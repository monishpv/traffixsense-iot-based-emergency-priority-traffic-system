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theme/theme3.xml" ContentType="application/vnd.openxmlformats-officedocument.theme+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1" r:id="rId2"/>
    <p:sldMasterId id="2147483673" r:id="rId3"/>
    <p:sldMasterId id="2147483734" r:id="rId4"/>
  </p:sldMasterIdLst>
  <p:notesMasterIdLst>
    <p:notesMasterId r:id="rId51"/>
  </p:notesMasterIdLst>
  <p:handoutMasterIdLst>
    <p:handoutMasterId r:id="rId52"/>
  </p:handoutMasterIdLst>
  <p:sldIdLst>
    <p:sldId id="300" r:id="rId5"/>
    <p:sldId id="294" r:id="rId6"/>
    <p:sldId id="293" r:id="rId7"/>
    <p:sldId id="332" r:id="rId8"/>
    <p:sldId id="331" r:id="rId9"/>
    <p:sldId id="295" r:id="rId10"/>
    <p:sldId id="280" r:id="rId11"/>
    <p:sldId id="324" r:id="rId12"/>
    <p:sldId id="325" r:id="rId13"/>
    <p:sldId id="329" r:id="rId14"/>
    <p:sldId id="330" r:id="rId15"/>
    <p:sldId id="296" r:id="rId16"/>
    <p:sldId id="281" r:id="rId17"/>
    <p:sldId id="299" r:id="rId18"/>
    <p:sldId id="282" r:id="rId19"/>
    <p:sldId id="312" r:id="rId20"/>
    <p:sldId id="322" r:id="rId21"/>
    <p:sldId id="297" r:id="rId22"/>
    <p:sldId id="298" r:id="rId23"/>
    <p:sldId id="288" r:id="rId24"/>
    <p:sldId id="289" r:id="rId25"/>
    <p:sldId id="290" r:id="rId26"/>
    <p:sldId id="291" r:id="rId27"/>
    <p:sldId id="301" r:id="rId28"/>
    <p:sldId id="292" r:id="rId29"/>
    <p:sldId id="314" r:id="rId30"/>
    <p:sldId id="327" r:id="rId31"/>
    <p:sldId id="313" r:id="rId32"/>
    <p:sldId id="328" r:id="rId33"/>
    <p:sldId id="302" r:id="rId34"/>
    <p:sldId id="316" r:id="rId35"/>
    <p:sldId id="307" r:id="rId36"/>
    <p:sldId id="317" r:id="rId37"/>
    <p:sldId id="303" r:id="rId38"/>
    <p:sldId id="308" r:id="rId39"/>
    <p:sldId id="323" r:id="rId40"/>
    <p:sldId id="318" r:id="rId41"/>
    <p:sldId id="319" r:id="rId42"/>
    <p:sldId id="326" r:id="rId43"/>
    <p:sldId id="304" r:id="rId44"/>
    <p:sldId id="309" r:id="rId45"/>
    <p:sldId id="305" r:id="rId46"/>
    <p:sldId id="310" r:id="rId47"/>
    <p:sldId id="306" r:id="rId48"/>
    <p:sldId id="287" r:id="rId49"/>
    <p:sldId id="311" r:id="rId5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89B4A9DD-DC24-482D-A59E-A2C3AD5E3795}">
          <p14:sldIdLst/>
        </p14:section>
        <p14:section name="Untitled Section" id="{6DC5493C-A44C-4592-A7BB-7C7A3A3B0B1C}">
          <p14:sldIdLst>
            <p14:sldId id="300"/>
            <p14:sldId id="294"/>
            <p14:sldId id="293"/>
            <p14:sldId id="332"/>
            <p14:sldId id="331"/>
            <p14:sldId id="295"/>
            <p14:sldId id="280"/>
            <p14:sldId id="324"/>
            <p14:sldId id="325"/>
            <p14:sldId id="329"/>
            <p14:sldId id="330"/>
            <p14:sldId id="296"/>
            <p14:sldId id="281"/>
            <p14:sldId id="299"/>
            <p14:sldId id="282"/>
            <p14:sldId id="312"/>
            <p14:sldId id="322"/>
            <p14:sldId id="297"/>
            <p14:sldId id="298"/>
            <p14:sldId id="288"/>
            <p14:sldId id="289"/>
            <p14:sldId id="290"/>
            <p14:sldId id="291"/>
            <p14:sldId id="301"/>
            <p14:sldId id="292"/>
            <p14:sldId id="314"/>
            <p14:sldId id="327"/>
            <p14:sldId id="313"/>
            <p14:sldId id="328"/>
            <p14:sldId id="302"/>
            <p14:sldId id="316"/>
            <p14:sldId id="307"/>
            <p14:sldId id="317"/>
            <p14:sldId id="303"/>
            <p14:sldId id="308"/>
            <p14:sldId id="323"/>
            <p14:sldId id="318"/>
            <p14:sldId id="319"/>
            <p14:sldId id="326"/>
            <p14:sldId id="304"/>
            <p14:sldId id="309"/>
            <p14:sldId id="305"/>
            <p14:sldId id="310"/>
            <p14:sldId id="306"/>
            <p14:sldId id="287"/>
            <p14:sldId id="311"/>
          </p14:sldIdLst>
        </p14:section>
      </p14:sectionLst>
    </p:ext>
    <p:ext uri="{EFAFB233-063F-42B5-8137-9DF3F51BA10A}">
      <p15:sldGuideLst xmlns:p15="http://schemas.microsoft.com/office/powerpoint/2012/main">
        <p15:guide id="1" orient="horz" pos="1049" userDrawn="1">
          <p15:clr>
            <a:srgbClr val="A4A3A4"/>
          </p15:clr>
        </p15:guide>
        <p15:guide id="2" pos="2328"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28E01"/>
    <a:srgbClr val="000000"/>
    <a:srgbClr val="58585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55" autoAdjust="0"/>
    <p:restoredTop sz="94660"/>
  </p:normalViewPr>
  <p:slideViewPr>
    <p:cSldViewPr showGuides="1">
      <p:cViewPr varScale="1">
        <p:scale>
          <a:sx n="71" d="100"/>
          <a:sy n="71" d="100"/>
        </p:scale>
        <p:origin x="702" y="60"/>
      </p:cViewPr>
      <p:guideLst>
        <p:guide orient="horz" pos="1049"/>
        <p:guide pos="2328"/>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slide" Target="slides/slide46.xml"/><Relationship Id="rId55" Type="http://schemas.openxmlformats.org/officeDocument/2006/relationships/theme" Target="theme/theme1.xml"/><Relationship Id="rId7" Type="http://schemas.openxmlformats.org/officeDocument/2006/relationships/slide" Target="slides/slide3.xml"/><Relationship Id="rId2" Type="http://schemas.openxmlformats.org/officeDocument/2006/relationships/slideMaster" Target="slideMasters/slideMaster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presProps" Target="presProps.xml"/><Relationship Id="rId5" Type="http://schemas.openxmlformats.org/officeDocument/2006/relationships/slide" Target="slides/slide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handoutMaster" Target="handoutMasters/handoutMaster1.xml"/><Relationship Id="rId4" Type="http://schemas.openxmlformats.org/officeDocument/2006/relationships/slideMaster" Target="slideMasters/slideMaster4.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tableStyles" Target="tableStyles.xml"/><Relationship Id="rId8" Type="http://schemas.openxmlformats.org/officeDocument/2006/relationships/slide" Target="slides/slide4.xml"/><Relationship Id="rId51" Type="http://schemas.openxmlformats.org/officeDocument/2006/relationships/notesMaster" Target="notesMasters/notesMaster1.xml"/><Relationship Id="rId3" Type="http://schemas.openxmlformats.org/officeDocument/2006/relationships/slideMaster" Target="slideMasters/slideMaster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latin typeface="Futura Cyrillic Book" panose="020B0502020204020303" charset="0"/>
            </a:endParaRPr>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696C064A-D61B-4B21-B757-51A9B82445B8}" type="datetimeFigureOut">
              <a:rPr lang="en-US" smtClean="0">
                <a:latin typeface="Futura Cyrillic Book" panose="020B0502020204020303" charset="0"/>
              </a:rPr>
              <a:pPr/>
              <a:t>25-May-26</a:t>
            </a:fld>
            <a:endParaRPr lang="en-US">
              <a:latin typeface="Futura Cyrillic Book" panose="020B0502020204020303" charset="0"/>
            </a:endParaRPr>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latin typeface="Futura Cyrillic Book" panose="020B0502020204020303" charset="0"/>
            </a:endParaRPr>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50305E07-67EA-4042-A3F6-853A8AD8D209}" type="slidenum">
              <a:rPr lang="en-US" smtClean="0">
                <a:latin typeface="Futura Cyrillic Book" panose="020B0502020204020303" charset="0"/>
              </a:rPr>
              <a:pPr/>
              <a:t>‹#›</a:t>
            </a:fld>
            <a:endParaRPr lang="en-US">
              <a:latin typeface="Futura Cyrillic Book" panose="020B0502020204020303" charset="0"/>
            </a:endParaRPr>
          </a:p>
        </p:txBody>
      </p:sp>
    </p:spTree>
    <p:extLst>
      <p:ext uri="{BB962C8B-B14F-4D97-AF65-F5344CB8AC3E}">
        <p14:creationId xmlns:p14="http://schemas.microsoft.com/office/powerpoint/2010/main" val="148841373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Futura Cyrillic Book" panose="020B0502020204020303" charset="0"/>
              </a:defRPr>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Futura Cyrillic Book" panose="020B0502020204020303" charset="0"/>
              </a:defRPr>
            </a:lvl1pPr>
          </a:lstStyle>
          <a:p>
            <a:fld id="{0ECD8AD1-49EC-45F2-A2FF-1FE3195688C5}" type="datetimeFigureOut">
              <a:rPr lang="en-IN" smtClean="0"/>
              <a:pPr/>
              <a:t>25-05-2026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Futura Cyrillic Book" panose="020B0502020204020303" charset="0"/>
              </a:defRPr>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Futura Cyrillic Book" panose="020B0502020204020303" charset="0"/>
              </a:defRPr>
            </a:lvl1pPr>
          </a:lstStyle>
          <a:p>
            <a:fld id="{7782813F-5D25-4BB6-888C-4601F85758C5}" type="slidenum">
              <a:rPr lang="en-IN" smtClean="0"/>
              <a:pPr/>
              <a:t>‹#›</a:t>
            </a:fld>
            <a:endParaRPr lang="en-IN"/>
          </a:p>
        </p:txBody>
      </p:sp>
    </p:spTree>
    <p:extLst>
      <p:ext uri="{BB962C8B-B14F-4D97-AF65-F5344CB8AC3E}">
        <p14:creationId xmlns:p14="http://schemas.microsoft.com/office/powerpoint/2010/main" val="305413259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Futura Cyrillic Book" panose="020B0502020204020303" charset="0"/>
        <a:ea typeface="+mn-ea"/>
        <a:cs typeface="+mn-cs"/>
      </a:defRPr>
    </a:lvl1pPr>
    <a:lvl2pPr marL="457200" algn="l" defTabSz="914400" rtl="0" eaLnBrk="1" latinLnBrk="0" hangingPunct="1">
      <a:defRPr sz="1200" kern="1200">
        <a:solidFill>
          <a:schemeClr val="tx1"/>
        </a:solidFill>
        <a:latin typeface="Futura Cyrillic Book" panose="020B0502020204020303" charset="0"/>
        <a:ea typeface="+mn-ea"/>
        <a:cs typeface="+mn-cs"/>
      </a:defRPr>
    </a:lvl2pPr>
    <a:lvl3pPr marL="914400" algn="l" defTabSz="914400" rtl="0" eaLnBrk="1" latinLnBrk="0" hangingPunct="1">
      <a:defRPr sz="1200" kern="1200">
        <a:solidFill>
          <a:schemeClr val="tx1"/>
        </a:solidFill>
        <a:latin typeface="Futura Cyrillic Book" panose="020B0502020204020303" charset="0"/>
        <a:ea typeface="+mn-ea"/>
        <a:cs typeface="+mn-cs"/>
      </a:defRPr>
    </a:lvl3pPr>
    <a:lvl4pPr marL="1371600" algn="l" defTabSz="914400" rtl="0" eaLnBrk="1" latinLnBrk="0" hangingPunct="1">
      <a:defRPr sz="1200" kern="1200">
        <a:solidFill>
          <a:schemeClr val="tx1"/>
        </a:solidFill>
        <a:latin typeface="Futura Cyrillic Book" panose="020B0502020204020303" charset="0"/>
        <a:ea typeface="+mn-ea"/>
        <a:cs typeface="+mn-cs"/>
      </a:defRPr>
    </a:lvl4pPr>
    <a:lvl5pPr marL="1828800" algn="l" defTabSz="914400" rtl="0" eaLnBrk="1" latinLnBrk="0" hangingPunct="1">
      <a:defRPr sz="1200" kern="1200">
        <a:solidFill>
          <a:schemeClr val="tx1"/>
        </a:solidFill>
        <a:latin typeface="Futura Cyrillic Book" panose="020B0502020204020303"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7E3568-023C-52E3-E094-5B3497A5A36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AF29AE0-573D-C434-D4E5-800B7512D067}"/>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A1262A07-51CF-E608-F5C0-E26826CEFFC3}"/>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0E6657DB-0717-466E-1579-6F5EE6440036}"/>
              </a:ext>
            </a:extLst>
          </p:cNvPr>
          <p:cNvSpPr>
            <a:spLocks noGrp="1"/>
          </p:cNvSpPr>
          <p:nvPr>
            <p:ph type="sldNum" sz="quarter" idx="10"/>
          </p:nvPr>
        </p:nvSpPr>
        <p:spPr/>
        <p:txBody>
          <a:bodyPr/>
          <a:lstStyle/>
          <a:p>
            <a:fld id="{7782813F-5D25-4BB6-888C-4601F85758C5}" type="slidenum">
              <a:rPr lang="en-IN" smtClean="0"/>
              <a:pPr/>
              <a:t>1</a:t>
            </a:fld>
            <a:endParaRPr lang="en-IN"/>
          </a:p>
        </p:txBody>
      </p:sp>
    </p:spTree>
    <p:extLst>
      <p:ext uri="{BB962C8B-B14F-4D97-AF65-F5344CB8AC3E}">
        <p14:creationId xmlns:p14="http://schemas.microsoft.com/office/powerpoint/2010/main" val="229120082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811BF8-F47D-7443-EF88-5F1037AAB0E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D2C3DAE-1049-8A4A-8B10-D10AA27259E9}"/>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65DD3864-D9D7-AD6C-D1DC-70DD429EDA02}"/>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A82F3E00-A417-AD31-9D71-FC3213AD7D5F}"/>
              </a:ext>
            </a:extLst>
          </p:cNvPr>
          <p:cNvSpPr>
            <a:spLocks noGrp="1"/>
          </p:cNvSpPr>
          <p:nvPr>
            <p:ph type="sldNum" sz="quarter" idx="10"/>
          </p:nvPr>
        </p:nvSpPr>
        <p:spPr/>
        <p:txBody>
          <a:bodyPr/>
          <a:lstStyle/>
          <a:p>
            <a:fld id="{7782813F-5D25-4BB6-888C-4601F85758C5}" type="slidenum">
              <a:rPr lang="en-IN" smtClean="0"/>
              <a:pPr/>
              <a:t>2</a:t>
            </a:fld>
            <a:endParaRPr lang="en-IN"/>
          </a:p>
        </p:txBody>
      </p:sp>
    </p:spTree>
    <p:extLst>
      <p:ext uri="{BB962C8B-B14F-4D97-AF65-F5344CB8AC3E}">
        <p14:creationId xmlns:p14="http://schemas.microsoft.com/office/powerpoint/2010/main" val="410168417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4D55AD-FA9E-1EE6-0FE0-3745BBDDE57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64FE054-3E5F-6176-D61C-172BAB5E37B7}"/>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965E5590-2B15-2CCA-E8AA-86428F38601D}"/>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269B8F67-CD48-A76A-0CCE-A1D28D6E399A}"/>
              </a:ext>
            </a:extLst>
          </p:cNvPr>
          <p:cNvSpPr>
            <a:spLocks noGrp="1"/>
          </p:cNvSpPr>
          <p:nvPr>
            <p:ph type="sldNum" sz="quarter" idx="10"/>
          </p:nvPr>
        </p:nvSpPr>
        <p:spPr/>
        <p:txBody>
          <a:bodyPr/>
          <a:lstStyle/>
          <a:p>
            <a:fld id="{7782813F-5D25-4BB6-888C-4601F85758C5}" type="slidenum">
              <a:rPr lang="en-IN" smtClean="0"/>
              <a:pPr/>
              <a:t>3</a:t>
            </a:fld>
            <a:endParaRPr lang="en-IN"/>
          </a:p>
        </p:txBody>
      </p:sp>
    </p:spTree>
    <p:extLst>
      <p:ext uri="{BB962C8B-B14F-4D97-AF65-F5344CB8AC3E}">
        <p14:creationId xmlns:p14="http://schemas.microsoft.com/office/powerpoint/2010/main" val="22523549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B4FE3C-2855-942B-0E19-F755309AB2C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0BDFFD3-0D05-7B92-A32D-6EDF675BCB4C}"/>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276B18CF-4B97-4B4F-8B4C-E51CA977ABF7}"/>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C0403F27-A279-7711-1A31-83645FCBC42A}"/>
              </a:ext>
            </a:extLst>
          </p:cNvPr>
          <p:cNvSpPr>
            <a:spLocks noGrp="1"/>
          </p:cNvSpPr>
          <p:nvPr>
            <p:ph type="sldNum" sz="quarter" idx="10"/>
          </p:nvPr>
        </p:nvSpPr>
        <p:spPr/>
        <p:txBody>
          <a:bodyPr/>
          <a:lstStyle/>
          <a:p>
            <a:fld id="{7782813F-5D25-4BB6-888C-4601F85758C5}" type="slidenum">
              <a:rPr lang="en-IN" smtClean="0"/>
              <a:pPr/>
              <a:t>4</a:t>
            </a:fld>
            <a:endParaRPr lang="en-IN"/>
          </a:p>
        </p:txBody>
      </p:sp>
    </p:spTree>
    <p:extLst>
      <p:ext uri="{BB962C8B-B14F-4D97-AF65-F5344CB8AC3E}">
        <p14:creationId xmlns:p14="http://schemas.microsoft.com/office/powerpoint/2010/main" val="338388848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583F17-FCF2-BD8A-6B92-37166F33A69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1DE26D8-4E1E-E899-2252-A99B3F48774D}"/>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E2071BC2-7030-9341-5071-F83A7C5DE2E7}"/>
              </a:ext>
            </a:extLst>
          </p:cNvPr>
          <p:cNvSpPr>
            <a:spLocks noGrp="1"/>
          </p:cNvSpPr>
          <p:nvPr>
            <p:ph type="body" idx="1"/>
          </p:nvPr>
        </p:nvSpPr>
        <p:spPr/>
        <p:txBody>
          <a:bodyPr/>
          <a:lstStyle/>
          <a:p>
            <a:r>
              <a:rPr lang="en-US" dirty="0"/>
              <a:t>Field reports show that </a:t>
            </a:r>
            <a:r>
              <a:rPr lang="en-US" b="1" dirty="0"/>
              <a:t>ambulances regularly get stuck in traffic with sirens blaring</a:t>
            </a:r>
            <a:r>
              <a:rPr lang="en-US" dirty="0"/>
              <a:t>, forcing drivers to struggle to make space even when motorists try to cooperate</a:t>
            </a:r>
          </a:p>
          <a:p>
            <a:endParaRPr lang="en-IN" dirty="0"/>
          </a:p>
        </p:txBody>
      </p:sp>
      <p:sp>
        <p:nvSpPr>
          <p:cNvPr id="4" name="Slide Number Placeholder 3">
            <a:extLst>
              <a:ext uri="{FF2B5EF4-FFF2-40B4-BE49-F238E27FC236}">
                <a16:creationId xmlns:a16="http://schemas.microsoft.com/office/drawing/2014/main" id="{86D732F6-2D76-0DDF-942C-EF2DA9F162E7}"/>
              </a:ext>
            </a:extLst>
          </p:cNvPr>
          <p:cNvSpPr>
            <a:spLocks noGrp="1"/>
          </p:cNvSpPr>
          <p:nvPr>
            <p:ph type="sldNum" sz="quarter" idx="10"/>
          </p:nvPr>
        </p:nvSpPr>
        <p:spPr/>
        <p:txBody>
          <a:bodyPr/>
          <a:lstStyle/>
          <a:p>
            <a:fld id="{7782813F-5D25-4BB6-888C-4601F85758C5}" type="slidenum">
              <a:rPr lang="en-IN" smtClean="0"/>
              <a:pPr/>
              <a:t>5</a:t>
            </a:fld>
            <a:endParaRPr lang="en-IN"/>
          </a:p>
        </p:txBody>
      </p:sp>
    </p:spTree>
    <p:extLst>
      <p:ext uri="{BB962C8B-B14F-4D97-AF65-F5344CB8AC3E}">
        <p14:creationId xmlns:p14="http://schemas.microsoft.com/office/powerpoint/2010/main" val="328390835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2282FF-6370-86D4-146A-46D78EE02B0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72774EC-8A2E-6C60-660A-BF4F090D8542}"/>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04E6DBB3-3A1C-A0E0-279F-6CB6EC8AFA7B}"/>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CDEC71DD-3263-3BEC-1E25-2138A178EC35}"/>
              </a:ext>
            </a:extLst>
          </p:cNvPr>
          <p:cNvSpPr>
            <a:spLocks noGrp="1"/>
          </p:cNvSpPr>
          <p:nvPr>
            <p:ph type="sldNum" sz="quarter" idx="10"/>
          </p:nvPr>
        </p:nvSpPr>
        <p:spPr/>
        <p:txBody>
          <a:bodyPr/>
          <a:lstStyle/>
          <a:p>
            <a:fld id="{7782813F-5D25-4BB6-888C-4601F85758C5}" type="slidenum">
              <a:rPr lang="en-IN" smtClean="0"/>
              <a:pPr/>
              <a:t>6</a:t>
            </a:fld>
            <a:endParaRPr lang="en-IN"/>
          </a:p>
        </p:txBody>
      </p:sp>
    </p:spTree>
    <p:extLst>
      <p:ext uri="{BB962C8B-B14F-4D97-AF65-F5344CB8AC3E}">
        <p14:creationId xmlns:p14="http://schemas.microsoft.com/office/powerpoint/2010/main" val="333389153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EF74C6-0A7C-9311-B91B-AB3E23381EE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F17EC23-AB53-39F3-0D5E-6F22FF04D4E2}"/>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0896C841-F5F4-41C5-BEDE-5AC9B57C9AAE}"/>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4A563EB6-5A5D-A0CF-BEBA-75BC1A4038EE}"/>
              </a:ext>
            </a:extLst>
          </p:cNvPr>
          <p:cNvSpPr>
            <a:spLocks noGrp="1"/>
          </p:cNvSpPr>
          <p:nvPr>
            <p:ph type="sldNum" sz="quarter" idx="10"/>
          </p:nvPr>
        </p:nvSpPr>
        <p:spPr/>
        <p:txBody>
          <a:bodyPr/>
          <a:lstStyle/>
          <a:p>
            <a:fld id="{7782813F-5D25-4BB6-888C-4601F85758C5}" type="slidenum">
              <a:rPr lang="en-IN" smtClean="0"/>
              <a:pPr/>
              <a:t>7</a:t>
            </a:fld>
            <a:endParaRPr lang="en-IN"/>
          </a:p>
        </p:txBody>
      </p:sp>
    </p:spTree>
    <p:extLst>
      <p:ext uri="{BB962C8B-B14F-4D97-AF65-F5344CB8AC3E}">
        <p14:creationId xmlns:p14="http://schemas.microsoft.com/office/powerpoint/2010/main" val="413276040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F610B1-F318-296A-C59E-EFC87B318F8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E6B7423-2F30-32AA-084C-3343659C78F5}"/>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B9F21FB1-5C61-3026-0CB5-C1584E5CCA0B}"/>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92DD26B1-CB81-D14F-0403-ACABC9D93049}"/>
              </a:ext>
            </a:extLst>
          </p:cNvPr>
          <p:cNvSpPr>
            <a:spLocks noGrp="1"/>
          </p:cNvSpPr>
          <p:nvPr>
            <p:ph type="sldNum" sz="quarter" idx="10"/>
          </p:nvPr>
        </p:nvSpPr>
        <p:spPr/>
        <p:txBody>
          <a:bodyPr/>
          <a:lstStyle/>
          <a:p>
            <a:fld id="{7782813F-5D25-4BB6-888C-4601F85758C5}" type="slidenum">
              <a:rPr lang="en-IN" smtClean="0"/>
              <a:pPr/>
              <a:t>8</a:t>
            </a:fld>
            <a:endParaRPr lang="en-IN"/>
          </a:p>
        </p:txBody>
      </p:sp>
    </p:spTree>
    <p:extLst>
      <p:ext uri="{BB962C8B-B14F-4D97-AF65-F5344CB8AC3E}">
        <p14:creationId xmlns:p14="http://schemas.microsoft.com/office/powerpoint/2010/main" val="149796570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C5F4FD-543D-D1F4-2DF4-A2CD0EBA7CE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8E63590-AE6A-97BC-2B77-D7292AFAD7AE}"/>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913895C1-90A7-573C-3D1B-830832D3F5CA}"/>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55E82A82-6092-B68A-A234-84BEEBD9F728}"/>
              </a:ext>
            </a:extLst>
          </p:cNvPr>
          <p:cNvSpPr>
            <a:spLocks noGrp="1"/>
          </p:cNvSpPr>
          <p:nvPr>
            <p:ph type="sldNum" sz="quarter" idx="10"/>
          </p:nvPr>
        </p:nvSpPr>
        <p:spPr/>
        <p:txBody>
          <a:bodyPr/>
          <a:lstStyle/>
          <a:p>
            <a:fld id="{7782813F-5D25-4BB6-888C-4601F85758C5}" type="slidenum">
              <a:rPr lang="en-IN" smtClean="0"/>
              <a:pPr/>
              <a:t>9</a:t>
            </a:fld>
            <a:endParaRPr lang="en-IN"/>
          </a:p>
        </p:txBody>
      </p:sp>
    </p:spTree>
    <p:extLst>
      <p:ext uri="{BB962C8B-B14F-4D97-AF65-F5344CB8AC3E}">
        <p14:creationId xmlns:p14="http://schemas.microsoft.com/office/powerpoint/2010/main" val="356839642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CCD059-C316-A0F3-12BA-085146BFAE5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6A9C853-FDCC-AAA4-587D-13A844FE429F}"/>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B3447E3B-00B2-D0B9-2C97-508CFF6AC8A4}"/>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3F15AF95-99EE-2C0C-4304-268CDF982A7D}"/>
              </a:ext>
            </a:extLst>
          </p:cNvPr>
          <p:cNvSpPr>
            <a:spLocks noGrp="1"/>
          </p:cNvSpPr>
          <p:nvPr>
            <p:ph type="sldNum" sz="quarter" idx="10"/>
          </p:nvPr>
        </p:nvSpPr>
        <p:spPr/>
        <p:txBody>
          <a:bodyPr/>
          <a:lstStyle/>
          <a:p>
            <a:fld id="{7782813F-5D25-4BB6-888C-4601F85758C5}" type="slidenum">
              <a:rPr lang="en-IN" smtClean="0"/>
              <a:pPr/>
              <a:t>10</a:t>
            </a:fld>
            <a:endParaRPr lang="en-IN"/>
          </a:p>
        </p:txBody>
      </p:sp>
    </p:spTree>
    <p:extLst>
      <p:ext uri="{BB962C8B-B14F-4D97-AF65-F5344CB8AC3E}">
        <p14:creationId xmlns:p14="http://schemas.microsoft.com/office/powerpoint/2010/main" val="299387836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F2E66C-6F79-3D18-1D5C-12058F85A81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513D0AC-4095-65E7-FA8D-4B552B8701D9}"/>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8C995F4D-C0F4-E123-01ED-C40F828DA01C}"/>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A7810BB0-5FA4-CB13-D9B4-EF91DAB7904D}"/>
              </a:ext>
            </a:extLst>
          </p:cNvPr>
          <p:cNvSpPr>
            <a:spLocks noGrp="1"/>
          </p:cNvSpPr>
          <p:nvPr>
            <p:ph type="sldNum" sz="quarter" idx="10"/>
          </p:nvPr>
        </p:nvSpPr>
        <p:spPr/>
        <p:txBody>
          <a:bodyPr/>
          <a:lstStyle/>
          <a:p>
            <a:fld id="{7782813F-5D25-4BB6-888C-4601F85758C5}" type="slidenum">
              <a:rPr lang="en-IN" smtClean="0"/>
              <a:pPr/>
              <a:t>11</a:t>
            </a:fld>
            <a:endParaRPr lang="en-IN"/>
          </a:p>
        </p:txBody>
      </p:sp>
    </p:spTree>
    <p:extLst>
      <p:ext uri="{BB962C8B-B14F-4D97-AF65-F5344CB8AC3E}">
        <p14:creationId xmlns:p14="http://schemas.microsoft.com/office/powerpoint/2010/main" val="298282598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13F3B4-12D2-D137-6E9B-95C149EE408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4A96D06-64A7-2C46-4637-B75A3D3A777C}"/>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56810D9D-4C09-2C66-BC28-E8F1ABA8386D}"/>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2D60AD19-C96C-F253-94C2-76E59DF0DDE9}"/>
              </a:ext>
            </a:extLst>
          </p:cNvPr>
          <p:cNvSpPr>
            <a:spLocks noGrp="1"/>
          </p:cNvSpPr>
          <p:nvPr>
            <p:ph type="sldNum" sz="quarter" idx="10"/>
          </p:nvPr>
        </p:nvSpPr>
        <p:spPr/>
        <p:txBody>
          <a:bodyPr/>
          <a:lstStyle/>
          <a:p>
            <a:fld id="{7782813F-5D25-4BB6-888C-4601F85758C5}" type="slidenum">
              <a:rPr lang="en-IN" smtClean="0"/>
              <a:pPr/>
              <a:t>12</a:t>
            </a:fld>
            <a:endParaRPr lang="en-IN"/>
          </a:p>
        </p:txBody>
      </p:sp>
    </p:spTree>
    <p:extLst>
      <p:ext uri="{BB962C8B-B14F-4D97-AF65-F5344CB8AC3E}">
        <p14:creationId xmlns:p14="http://schemas.microsoft.com/office/powerpoint/2010/main" val="371152212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7449D6-8ADE-1728-6CED-799E756795E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9F84F22-5ECA-5162-7F37-108447AFCAC6}"/>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B6015219-E9AD-DF89-4B2E-4DCD53019AF9}"/>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15301A07-64F4-0682-9C47-F92AC4AB7A28}"/>
              </a:ext>
            </a:extLst>
          </p:cNvPr>
          <p:cNvSpPr>
            <a:spLocks noGrp="1"/>
          </p:cNvSpPr>
          <p:nvPr>
            <p:ph type="sldNum" sz="quarter" idx="10"/>
          </p:nvPr>
        </p:nvSpPr>
        <p:spPr/>
        <p:txBody>
          <a:bodyPr/>
          <a:lstStyle/>
          <a:p>
            <a:fld id="{7782813F-5D25-4BB6-888C-4601F85758C5}" type="slidenum">
              <a:rPr lang="en-IN" smtClean="0"/>
              <a:pPr/>
              <a:t>13</a:t>
            </a:fld>
            <a:endParaRPr lang="en-IN"/>
          </a:p>
        </p:txBody>
      </p:sp>
    </p:spTree>
    <p:extLst>
      <p:ext uri="{BB962C8B-B14F-4D97-AF65-F5344CB8AC3E}">
        <p14:creationId xmlns:p14="http://schemas.microsoft.com/office/powerpoint/2010/main" val="277940625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2CDBEC-0EF9-BD11-D009-10391791138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812323E-91BF-E325-E213-2C64F70514B3}"/>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BC327EB3-03FC-E6BF-5081-CF61E8F641CD}"/>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D735B130-972E-F553-A86C-497DCAD80EB0}"/>
              </a:ext>
            </a:extLst>
          </p:cNvPr>
          <p:cNvSpPr>
            <a:spLocks noGrp="1"/>
          </p:cNvSpPr>
          <p:nvPr>
            <p:ph type="sldNum" sz="quarter" idx="10"/>
          </p:nvPr>
        </p:nvSpPr>
        <p:spPr/>
        <p:txBody>
          <a:bodyPr/>
          <a:lstStyle/>
          <a:p>
            <a:fld id="{7782813F-5D25-4BB6-888C-4601F85758C5}" type="slidenum">
              <a:rPr lang="en-IN" smtClean="0"/>
              <a:pPr/>
              <a:t>14</a:t>
            </a:fld>
            <a:endParaRPr lang="en-IN"/>
          </a:p>
        </p:txBody>
      </p:sp>
    </p:spTree>
    <p:extLst>
      <p:ext uri="{BB962C8B-B14F-4D97-AF65-F5344CB8AC3E}">
        <p14:creationId xmlns:p14="http://schemas.microsoft.com/office/powerpoint/2010/main" val="415781245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907347-BD56-D098-1D9B-CC5E523D527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752399A-6369-CA64-5B53-E55DA0EAEDE2}"/>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BDAEAF72-C26B-9342-5076-696F8BC3EED3}"/>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39868E03-37E0-BD14-50BF-40D4FA693EDD}"/>
              </a:ext>
            </a:extLst>
          </p:cNvPr>
          <p:cNvSpPr>
            <a:spLocks noGrp="1"/>
          </p:cNvSpPr>
          <p:nvPr>
            <p:ph type="sldNum" sz="quarter" idx="10"/>
          </p:nvPr>
        </p:nvSpPr>
        <p:spPr/>
        <p:txBody>
          <a:bodyPr/>
          <a:lstStyle/>
          <a:p>
            <a:fld id="{7782813F-5D25-4BB6-888C-4601F85758C5}" type="slidenum">
              <a:rPr lang="en-IN" smtClean="0"/>
              <a:pPr/>
              <a:t>15</a:t>
            </a:fld>
            <a:endParaRPr lang="en-IN"/>
          </a:p>
        </p:txBody>
      </p:sp>
    </p:spTree>
    <p:extLst>
      <p:ext uri="{BB962C8B-B14F-4D97-AF65-F5344CB8AC3E}">
        <p14:creationId xmlns:p14="http://schemas.microsoft.com/office/powerpoint/2010/main" val="335105297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0EC521-94DB-67DC-D90A-537A67A9369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0F05DC7-73CA-0CA8-7821-3FF04E8AEDC5}"/>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05E61B06-2D09-F836-5613-CB0C4AA5B8A0}"/>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C67DC1B0-9B98-3928-5BC3-F8C6A294F9AC}"/>
              </a:ext>
            </a:extLst>
          </p:cNvPr>
          <p:cNvSpPr>
            <a:spLocks noGrp="1"/>
          </p:cNvSpPr>
          <p:nvPr>
            <p:ph type="sldNum" sz="quarter" idx="10"/>
          </p:nvPr>
        </p:nvSpPr>
        <p:spPr/>
        <p:txBody>
          <a:bodyPr/>
          <a:lstStyle/>
          <a:p>
            <a:fld id="{7782813F-5D25-4BB6-888C-4601F85758C5}" type="slidenum">
              <a:rPr lang="en-IN" smtClean="0"/>
              <a:pPr/>
              <a:t>16</a:t>
            </a:fld>
            <a:endParaRPr lang="en-IN"/>
          </a:p>
        </p:txBody>
      </p:sp>
    </p:spTree>
    <p:extLst>
      <p:ext uri="{BB962C8B-B14F-4D97-AF65-F5344CB8AC3E}">
        <p14:creationId xmlns:p14="http://schemas.microsoft.com/office/powerpoint/2010/main" val="383170665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4B2CAB-25D5-3948-F690-C84DD7642D0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A82568A-FCCF-4406-DAB0-8054EE6889E0}"/>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00F42CC1-DAE6-1CC8-61A1-A92D3034D339}"/>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BF2B562C-7CC2-A68A-812A-F6F11C284A82}"/>
              </a:ext>
            </a:extLst>
          </p:cNvPr>
          <p:cNvSpPr>
            <a:spLocks noGrp="1"/>
          </p:cNvSpPr>
          <p:nvPr>
            <p:ph type="sldNum" sz="quarter" idx="10"/>
          </p:nvPr>
        </p:nvSpPr>
        <p:spPr/>
        <p:txBody>
          <a:bodyPr/>
          <a:lstStyle/>
          <a:p>
            <a:fld id="{7782813F-5D25-4BB6-888C-4601F85758C5}" type="slidenum">
              <a:rPr lang="en-IN" smtClean="0"/>
              <a:pPr/>
              <a:t>17</a:t>
            </a:fld>
            <a:endParaRPr lang="en-IN"/>
          </a:p>
        </p:txBody>
      </p:sp>
    </p:spTree>
    <p:extLst>
      <p:ext uri="{BB962C8B-B14F-4D97-AF65-F5344CB8AC3E}">
        <p14:creationId xmlns:p14="http://schemas.microsoft.com/office/powerpoint/2010/main" val="163340924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7FDCD8-7AB9-5D66-5179-102F7A15BE7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3599509-C26C-D334-355C-0E71C2C5EA63}"/>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2FB9B4E2-043E-42D4-9BBA-F5A2EA1EAD58}"/>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05EE31C5-16E6-4882-5945-371939DEA49D}"/>
              </a:ext>
            </a:extLst>
          </p:cNvPr>
          <p:cNvSpPr>
            <a:spLocks noGrp="1"/>
          </p:cNvSpPr>
          <p:nvPr>
            <p:ph type="sldNum" sz="quarter" idx="10"/>
          </p:nvPr>
        </p:nvSpPr>
        <p:spPr/>
        <p:txBody>
          <a:bodyPr/>
          <a:lstStyle/>
          <a:p>
            <a:fld id="{7782813F-5D25-4BB6-888C-4601F85758C5}" type="slidenum">
              <a:rPr lang="en-IN" smtClean="0"/>
              <a:pPr/>
              <a:t>18</a:t>
            </a:fld>
            <a:endParaRPr lang="en-IN"/>
          </a:p>
        </p:txBody>
      </p:sp>
    </p:spTree>
    <p:extLst>
      <p:ext uri="{BB962C8B-B14F-4D97-AF65-F5344CB8AC3E}">
        <p14:creationId xmlns:p14="http://schemas.microsoft.com/office/powerpoint/2010/main" val="409344344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9DA640-70DC-99A2-89F2-820A7CE49B1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E6BAC1A-663D-D490-76D6-8C502D661070}"/>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2E5BCEF0-7C0E-FD63-6323-14E770EEB0D9}"/>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BAF70E7C-FF57-5000-0C4D-DAC0C56BE344}"/>
              </a:ext>
            </a:extLst>
          </p:cNvPr>
          <p:cNvSpPr>
            <a:spLocks noGrp="1"/>
          </p:cNvSpPr>
          <p:nvPr>
            <p:ph type="sldNum" sz="quarter" idx="10"/>
          </p:nvPr>
        </p:nvSpPr>
        <p:spPr/>
        <p:txBody>
          <a:bodyPr/>
          <a:lstStyle/>
          <a:p>
            <a:fld id="{7782813F-5D25-4BB6-888C-4601F85758C5}" type="slidenum">
              <a:rPr lang="en-IN" smtClean="0"/>
              <a:pPr/>
              <a:t>19</a:t>
            </a:fld>
            <a:endParaRPr lang="en-IN"/>
          </a:p>
        </p:txBody>
      </p:sp>
    </p:spTree>
    <p:extLst>
      <p:ext uri="{BB962C8B-B14F-4D97-AF65-F5344CB8AC3E}">
        <p14:creationId xmlns:p14="http://schemas.microsoft.com/office/powerpoint/2010/main" val="96206263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AFB41D-C967-3269-D02D-80957708F4D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6BC3D44-C3B6-E11C-3AFF-798E062C4365}"/>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9A8D9A58-D64D-2B30-EEEC-4034936ADBE6}"/>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70189DE1-9D88-B9BE-5196-E58A7E6CF4E3}"/>
              </a:ext>
            </a:extLst>
          </p:cNvPr>
          <p:cNvSpPr>
            <a:spLocks noGrp="1"/>
          </p:cNvSpPr>
          <p:nvPr>
            <p:ph type="sldNum" sz="quarter" idx="10"/>
          </p:nvPr>
        </p:nvSpPr>
        <p:spPr/>
        <p:txBody>
          <a:bodyPr/>
          <a:lstStyle/>
          <a:p>
            <a:fld id="{7782813F-5D25-4BB6-888C-4601F85758C5}" type="slidenum">
              <a:rPr lang="en-IN" smtClean="0"/>
              <a:pPr/>
              <a:t>20</a:t>
            </a:fld>
            <a:endParaRPr lang="en-IN"/>
          </a:p>
        </p:txBody>
      </p:sp>
    </p:spTree>
    <p:extLst>
      <p:ext uri="{BB962C8B-B14F-4D97-AF65-F5344CB8AC3E}">
        <p14:creationId xmlns:p14="http://schemas.microsoft.com/office/powerpoint/2010/main" val="143140755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0227B0-781A-517F-B7E3-EF56E4FAE37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45D0B27-7643-36B9-5069-1A130C539955}"/>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73E10347-9338-0A1F-AC59-C9B613EF360A}"/>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400D1A81-23D8-F873-10FC-F19D00823082}"/>
              </a:ext>
            </a:extLst>
          </p:cNvPr>
          <p:cNvSpPr>
            <a:spLocks noGrp="1"/>
          </p:cNvSpPr>
          <p:nvPr>
            <p:ph type="sldNum" sz="quarter" idx="10"/>
          </p:nvPr>
        </p:nvSpPr>
        <p:spPr/>
        <p:txBody>
          <a:bodyPr/>
          <a:lstStyle/>
          <a:p>
            <a:fld id="{7782813F-5D25-4BB6-888C-4601F85758C5}" type="slidenum">
              <a:rPr lang="en-IN" smtClean="0"/>
              <a:pPr/>
              <a:t>21</a:t>
            </a:fld>
            <a:endParaRPr lang="en-IN"/>
          </a:p>
        </p:txBody>
      </p:sp>
    </p:spTree>
    <p:extLst>
      <p:ext uri="{BB962C8B-B14F-4D97-AF65-F5344CB8AC3E}">
        <p14:creationId xmlns:p14="http://schemas.microsoft.com/office/powerpoint/2010/main" val="32809268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406166-0129-A358-A098-BBF3CD2E35E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CF1C38E-9483-5FEE-A577-214405C62593}"/>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672843E8-1E11-AFC6-9C5C-1624643C2E72}"/>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E07649F3-8F48-72AC-7C33-91B26424582B}"/>
              </a:ext>
            </a:extLst>
          </p:cNvPr>
          <p:cNvSpPr>
            <a:spLocks noGrp="1"/>
          </p:cNvSpPr>
          <p:nvPr>
            <p:ph type="sldNum" sz="quarter" idx="10"/>
          </p:nvPr>
        </p:nvSpPr>
        <p:spPr/>
        <p:txBody>
          <a:bodyPr/>
          <a:lstStyle/>
          <a:p>
            <a:fld id="{7782813F-5D25-4BB6-888C-4601F85758C5}" type="slidenum">
              <a:rPr lang="en-IN" smtClean="0"/>
              <a:pPr/>
              <a:t>22</a:t>
            </a:fld>
            <a:endParaRPr lang="en-IN"/>
          </a:p>
        </p:txBody>
      </p:sp>
    </p:spTree>
    <p:extLst>
      <p:ext uri="{BB962C8B-B14F-4D97-AF65-F5344CB8AC3E}">
        <p14:creationId xmlns:p14="http://schemas.microsoft.com/office/powerpoint/2010/main" val="42609227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731AB5-0E43-CA4B-A97C-C9E7D0DF126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28C2D52-7EC6-B0F6-2FEC-2F0943B94832}"/>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729F467D-B871-4037-FA99-BAD56213CF55}"/>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6A632989-696D-F186-B5AA-68C9376D9916}"/>
              </a:ext>
            </a:extLst>
          </p:cNvPr>
          <p:cNvSpPr>
            <a:spLocks noGrp="1"/>
          </p:cNvSpPr>
          <p:nvPr>
            <p:ph type="sldNum" sz="quarter" idx="10"/>
          </p:nvPr>
        </p:nvSpPr>
        <p:spPr/>
        <p:txBody>
          <a:bodyPr/>
          <a:lstStyle/>
          <a:p>
            <a:fld id="{7782813F-5D25-4BB6-888C-4601F85758C5}" type="slidenum">
              <a:rPr lang="en-IN" smtClean="0"/>
              <a:pPr/>
              <a:t>23</a:t>
            </a:fld>
            <a:endParaRPr lang="en-IN"/>
          </a:p>
        </p:txBody>
      </p:sp>
    </p:spTree>
    <p:extLst>
      <p:ext uri="{BB962C8B-B14F-4D97-AF65-F5344CB8AC3E}">
        <p14:creationId xmlns:p14="http://schemas.microsoft.com/office/powerpoint/2010/main" val="132882492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DF9F29-6708-0AFE-C7A8-8FF05F3F2F4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EDB4E1E-B90C-C1C8-C5E6-FCFE07A0FC8C}"/>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9B769B1C-6C22-07B0-57AE-AF9CC59D058D}"/>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21E8F314-EF67-62E8-B886-38A042661E3B}"/>
              </a:ext>
            </a:extLst>
          </p:cNvPr>
          <p:cNvSpPr>
            <a:spLocks noGrp="1"/>
          </p:cNvSpPr>
          <p:nvPr>
            <p:ph type="sldNum" sz="quarter" idx="10"/>
          </p:nvPr>
        </p:nvSpPr>
        <p:spPr/>
        <p:txBody>
          <a:bodyPr/>
          <a:lstStyle/>
          <a:p>
            <a:fld id="{7782813F-5D25-4BB6-888C-4601F85758C5}" type="slidenum">
              <a:rPr lang="en-IN" smtClean="0"/>
              <a:pPr/>
              <a:t>24</a:t>
            </a:fld>
            <a:endParaRPr lang="en-IN"/>
          </a:p>
        </p:txBody>
      </p:sp>
    </p:spTree>
    <p:extLst>
      <p:ext uri="{BB962C8B-B14F-4D97-AF65-F5344CB8AC3E}">
        <p14:creationId xmlns:p14="http://schemas.microsoft.com/office/powerpoint/2010/main" val="285866545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91EC28-63AA-D0E0-CD06-C1A566A9F94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2A3D729-048F-155D-E0E5-2F23857B1E3B}"/>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C5E6AFBE-325E-EB05-BC87-9419808016D0}"/>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7D01E8DD-35D9-551F-FEE4-FFFE58F090D9}"/>
              </a:ext>
            </a:extLst>
          </p:cNvPr>
          <p:cNvSpPr>
            <a:spLocks noGrp="1"/>
          </p:cNvSpPr>
          <p:nvPr>
            <p:ph type="sldNum" sz="quarter" idx="10"/>
          </p:nvPr>
        </p:nvSpPr>
        <p:spPr/>
        <p:txBody>
          <a:bodyPr/>
          <a:lstStyle/>
          <a:p>
            <a:fld id="{7782813F-5D25-4BB6-888C-4601F85758C5}" type="slidenum">
              <a:rPr lang="en-IN" smtClean="0"/>
              <a:pPr/>
              <a:t>25</a:t>
            </a:fld>
            <a:endParaRPr lang="en-IN"/>
          </a:p>
        </p:txBody>
      </p:sp>
    </p:spTree>
    <p:extLst>
      <p:ext uri="{BB962C8B-B14F-4D97-AF65-F5344CB8AC3E}">
        <p14:creationId xmlns:p14="http://schemas.microsoft.com/office/powerpoint/2010/main" val="352392682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0D3152-17C9-809D-90B0-C20DA749FBA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48A8B6E-7AD8-1D8B-685D-71BF661C91DA}"/>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60D8AFBA-FBC0-BD84-45F2-EB50E7D69ED7}"/>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B0618483-93D1-4288-A738-7E7AE86131D1}"/>
              </a:ext>
            </a:extLst>
          </p:cNvPr>
          <p:cNvSpPr>
            <a:spLocks noGrp="1"/>
          </p:cNvSpPr>
          <p:nvPr>
            <p:ph type="sldNum" sz="quarter" idx="10"/>
          </p:nvPr>
        </p:nvSpPr>
        <p:spPr/>
        <p:txBody>
          <a:bodyPr/>
          <a:lstStyle/>
          <a:p>
            <a:fld id="{7782813F-5D25-4BB6-888C-4601F85758C5}" type="slidenum">
              <a:rPr lang="en-IN" smtClean="0"/>
              <a:pPr/>
              <a:t>26</a:t>
            </a:fld>
            <a:endParaRPr lang="en-IN"/>
          </a:p>
        </p:txBody>
      </p:sp>
    </p:spTree>
    <p:extLst>
      <p:ext uri="{BB962C8B-B14F-4D97-AF65-F5344CB8AC3E}">
        <p14:creationId xmlns:p14="http://schemas.microsoft.com/office/powerpoint/2010/main" val="252671791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0F87FE-960A-CAA1-CE84-E2ACA5DD1C6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978BCEB-058F-15FD-A940-10DBF4BE3DA7}"/>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D9E75226-CEC0-3C2C-3C42-77A2973E1371}"/>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DA990874-9410-2F7A-7BA4-7469968CC704}"/>
              </a:ext>
            </a:extLst>
          </p:cNvPr>
          <p:cNvSpPr>
            <a:spLocks noGrp="1"/>
          </p:cNvSpPr>
          <p:nvPr>
            <p:ph type="sldNum" sz="quarter" idx="10"/>
          </p:nvPr>
        </p:nvSpPr>
        <p:spPr/>
        <p:txBody>
          <a:bodyPr/>
          <a:lstStyle/>
          <a:p>
            <a:fld id="{7782813F-5D25-4BB6-888C-4601F85758C5}" type="slidenum">
              <a:rPr lang="en-IN" smtClean="0"/>
              <a:pPr/>
              <a:t>27</a:t>
            </a:fld>
            <a:endParaRPr lang="en-IN"/>
          </a:p>
        </p:txBody>
      </p:sp>
    </p:spTree>
    <p:extLst>
      <p:ext uri="{BB962C8B-B14F-4D97-AF65-F5344CB8AC3E}">
        <p14:creationId xmlns:p14="http://schemas.microsoft.com/office/powerpoint/2010/main" val="271098388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8C39E6-E317-745C-426C-36358ECC943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01A29CD-306C-4B97-12DA-6EBE22A335D0}"/>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0FE8B176-0F38-A2EB-772E-468888884CE0}"/>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172D723D-2415-B349-77BA-E9398DBD8818}"/>
              </a:ext>
            </a:extLst>
          </p:cNvPr>
          <p:cNvSpPr>
            <a:spLocks noGrp="1"/>
          </p:cNvSpPr>
          <p:nvPr>
            <p:ph type="sldNum" sz="quarter" idx="10"/>
          </p:nvPr>
        </p:nvSpPr>
        <p:spPr/>
        <p:txBody>
          <a:bodyPr/>
          <a:lstStyle/>
          <a:p>
            <a:fld id="{7782813F-5D25-4BB6-888C-4601F85758C5}" type="slidenum">
              <a:rPr lang="en-IN" smtClean="0"/>
              <a:pPr/>
              <a:t>28</a:t>
            </a:fld>
            <a:endParaRPr lang="en-IN"/>
          </a:p>
        </p:txBody>
      </p:sp>
    </p:spTree>
    <p:extLst>
      <p:ext uri="{BB962C8B-B14F-4D97-AF65-F5344CB8AC3E}">
        <p14:creationId xmlns:p14="http://schemas.microsoft.com/office/powerpoint/2010/main" val="3969900098"/>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7D4E40-BFD4-ACB6-3BDF-181521AB824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B234086-5DE9-9825-3682-72A503975C6D}"/>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44F223DF-75B7-CD44-E29B-930EF924A93E}"/>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35718762-2E90-0570-5A1A-BDC20163AFFF}"/>
              </a:ext>
            </a:extLst>
          </p:cNvPr>
          <p:cNvSpPr>
            <a:spLocks noGrp="1"/>
          </p:cNvSpPr>
          <p:nvPr>
            <p:ph type="sldNum" sz="quarter" idx="10"/>
          </p:nvPr>
        </p:nvSpPr>
        <p:spPr/>
        <p:txBody>
          <a:bodyPr/>
          <a:lstStyle/>
          <a:p>
            <a:fld id="{7782813F-5D25-4BB6-888C-4601F85758C5}" type="slidenum">
              <a:rPr lang="en-IN" smtClean="0"/>
              <a:pPr/>
              <a:t>29</a:t>
            </a:fld>
            <a:endParaRPr lang="en-IN"/>
          </a:p>
        </p:txBody>
      </p:sp>
    </p:spTree>
    <p:extLst>
      <p:ext uri="{BB962C8B-B14F-4D97-AF65-F5344CB8AC3E}">
        <p14:creationId xmlns:p14="http://schemas.microsoft.com/office/powerpoint/2010/main" val="198429401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72676C-983F-A678-A0D6-16CA630A9B5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7C1E85B-C186-62AD-867D-40072A844408}"/>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093F16F0-5170-0F2B-C3A4-0617654D651C}"/>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DA01CBC0-4773-C967-6753-D7500E9D07CA}"/>
              </a:ext>
            </a:extLst>
          </p:cNvPr>
          <p:cNvSpPr>
            <a:spLocks noGrp="1"/>
          </p:cNvSpPr>
          <p:nvPr>
            <p:ph type="sldNum" sz="quarter" idx="10"/>
          </p:nvPr>
        </p:nvSpPr>
        <p:spPr/>
        <p:txBody>
          <a:bodyPr/>
          <a:lstStyle/>
          <a:p>
            <a:fld id="{7782813F-5D25-4BB6-888C-4601F85758C5}" type="slidenum">
              <a:rPr lang="en-IN" smtClean="0"/>
              <a:pPr/>
              <a:t>30</a:t>
            </a:fld>
            <a:endParaRPr lang="en-IN"/>
          </a:p>
        </p:txBody>
      </p:sp>
    </p:spTree>
    <p:extLst>
      <p:ext uri="{BB962C8B-B14F-4D97-AF65-F5344CB8AC3E}">
        <p14:creationId xmlns:p14="http://schemas.microsoft.com/office/powerpoint/2010/main" val="3176896490"/>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11270D-EE8E-52A5-6621-9BFB238B6E5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8C0EB36-EDB4-4FA8-FD58-C66D80126BCD}"/>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75B13810-6FF2-8187-A49D-780C6D8AE0E8}"/>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743F6A6D-D503-45A7-E723-07A58996746F}"/>
              </a:ext>
            </a:extLst>
          </p:cNvPr>
          <p:cNvSpPr>
            <a:spLocks noGrp="1"/>
          </p:cNvSpPr>
          <p:nvPr>
            <p:ph type="sldNum" sz="quarter" idx="10"/>
          </p:nvPr>
        </p:nvSpPr>
        <p:spPr/>
        <p:txBody>
          <a:bodyPr/>
          <a:lstStyle/>
          <a:p>
            <a:fld id="{7782813F-5D25-4BB6-888C-4601F85758C5}" type="slidenum">
              <a:rPr lang="en-IN" smtClean="0"/>
              <a:pPr/>
              <a:t>31</a:t>
            </a:fld>
            <a:endParaRPr lang="en-IN"/>
          </a:p>
        </p:txBody>
      </p:sp>
    </p:spTree>
    <p:extLst>
      <p:ext uri="{BB962C8B-B14F-4D97-AF65-F5344CB8AC3E}">
        <p14:creationId xmlns:p14="http://schemas.microsoft.com/office/powerpoint/2010/main" val="361035936"/>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221E8D-8FC0-0C94-59E9-CEEF79BF93E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BC6BCD0-E186-8D29-9542-235EA9C81EBA}"/>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BEC215EE-BC3A-633C-010F-F81EAE7A5653}"/>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1F5BAF06-6412-BFE3-E34D-C7DBC47022E6}"/>
              </a:ext>
            </a:extLst>
          </p:cNvPr>
          <p:cNvSpPr>
            <a:spLocks noGrp="1"/>
          </p:cNvSpPr>
          <p:nvPr>
            <p:ph type="sldNum" sz="quarter" idx="10"/>
          </p:nvPr>
        </p:nvSpPr>
        <p:spPr/>
        <p:txBody>
          <a:bodyPr/>
          <a:lstStyle/>
          <a:p>
            <a:fld id="{7782813F-5D25-4BB6-888C-4601F85758C5}" type="slidenum">
              <a:rPr lang="en-IN" smtClean="0"/>
              <a:pPr/>
              <a:t>32</a:t>
            </a:fld>
            <a:endParaRPr lang="en-IN"/>
          </a:p>
        </p:txBody>
      </p:sp>
    </p:spTree>
    <p:extLst>
      <p:ext uri="{BB962C8B-B14F-4D97-AF65-F5344CB8AC3E}">
        <p14:creationId xmlns:p14="http://schemas.microsoft.com/office/powerpoint/2010/main" val="2742453467"/>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61F452-E0DF-E19C-6B46-66775FF4D64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3E5266C-3B4C-06AD-871C-D78E575B6324}"/>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258EB752-5CC4-F8BD-9F0C-76A278399E40}"/>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6BDCCF9E-CDC9-01AC-B36A-176D864F3641}"/>
              </a:ext>
            </a:extLst>
          </p:cNvPr>
          <p:cNvSpPr>
            <a:spLocks noGrp="1"/>
          </p:cNvSpPr>
          <p:nvPr>
            <p:ph type="sldNum" sz="quarter" idx="10"/>
          </p:nvPr>
        </p:nvSpPr>
        <p:spPr/>
        <p:txBody>
          <a:bodyPr/>
          <a:lstStyle/>
          <a:p>
            <a:fld id="{7782813F-5D25-4BB6-888C-4601F85758C5}" type="slidenum">
              <a:rPr lang="en-IN" smtClean="0"/>
              <a:pPr/>
              <a:t>33</a:t>
            </a:fld>
            <a:endParaRPr lang="en-IN"/>
          </a:p>
        </p:txBody>
      </p:sp>
    </p:spTree>
    <p:extLst>
      <p:ext uri="{BB962C8B-B14F-4D97-AF65-F5344CB8AC3E}">
        <p14:creationId xmlns:p14="http://schemas.microsoft.com/office/powerpoint/2010/main" val="3634292694"/>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300533-9CE0-D46B-7198-F4725B4E012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36854E5-72C7-7E85-BC61-73C3EB0CD772}"/>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1DF23C25-AB5D-CF3A-BA7D-26865C4EF01B}"/>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D1FE57DD-2DC6-E8D6-FE76-0B591B1B1AF7}"/>
              </a:ext>
            </a:extLst>
          </p:cNvPr>
          <p:cNvSpPr>
            <a:spLocks noGrp="1"/>
          </p:cNvSpPr>
          <p:nvPr>
            <p:ph type="sldNum" sz="quarter" idx="10"/>
          </p:nvPr>
        </p:nvSpPr>
        <p:spPr/>
        <p:txBody>
          <a:bodyPr/>
          <a:lstStyle/>
          <a:p>
            <a:fld id="{7782813F-5D25-4BB6-888C-4601F85758C5}" type="slidenum">
              <a:rPr lang="en-IN" smtClean="0"/>
              <a:pPr/>
              <a:t>34</a:t>
            </a:fld>
            <a:endParaRPr lang="en-IN"/>
          </a:p>
        </p:txBody>
      </p:sp>
    </p:spTree>
    <p:extLst>
      <p:ext uri="{BB962C8B-B14F-4D97-AF65-F5344CB8AC3E}">
        <p14:creationId xmlns:p14="http://schemas.microsoft.com/office/powerpoint/2010/main" val="2448373998"/>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6EEAFB-133C-285A-8496-9414DBA5F53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0A12D67-474B-59FF-D3A2-F0196A52B3FC}"/>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2499E3B3-0011-F443-13C4-3BE923936FB1}"/>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1F48A6B4-8CB9-13FF-938D-EB085B20EC4F}"/>
              </a:ext>
            </a:extLst>
          </p:cNvPr>
          <p:cNvSpPr>
            <a:spLocks noGrp="1"/>
          </p:cNvSpPr>
          <p:nvPr>
            <p:ph type="sldNum" sz="quarter" idx="10"/>
          </p:nvPr>
        </p:nvSpPr>
        <p:spPr/>
        <p:txBody>
          <a:bodyPr/>
          <a:lstStyle/>
          <a:p>
            <a:fld id="{7782813F-5D25-4BB6-888C-4601F85758C5}" type="slidenum">
              <a:rPr lang="en-IN" smtClean="0"/>
              <a:pPr/>
              <a:t>35</a:t>
            </a:fld>
            <a:endParaRPr lang="en-IN"/>
          </a:p>
        </p:txBody>
      </p:sp>
    </p:spTree>
    <p:extLst>
      <p:ext uri="{BB962C8B-B14F-4D97-AF65-F5344CB8AC3E}">
        <p14:creationId xmlns:p14="http://schemas.microsoft.com/office/powerpoint/2010/main" val="1373498112"/>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C96DEF-4935-491C-1137-0C3EEA4C995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6F50143-7A20-0D75-9E70-6048F78BD039}"/>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DABB777E-DD98-7B0D-0E89-F91AAF82DD38}"/>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1126AD2B-D3E0-BE00-D5E5-211878E39C60}"/>
              </a:ext>
            </a:extLst>
          </p:cNvPr>
          <p:cNvSpPr>
            <a:spLocks noGrp="1"/>
          </p:cNvSpPr>
          <p:nvPr>
            <p:ph type="sldNum" sz="quarter" idx="10"/>
          </p:nvPr>
        </p:nvSpPr>
        <p:spPr/>
        <p:txBody>
          <a:bodyPr/>
          <a:lstStyle/>
          <a:p>
            <a:fld id="{7782813F-5D25-4BB6-888C-4601F85758C5}" type="slidenum">
              <a:rPr lang="en-IN" smtClean="0"/>
              <a:pPr/>
              <a:t>36</a:t>
            </a:fld>
            <a:endParaRPr lang="en-IN"/>
          </a:p>
        </p:txBody>
      </p:sp>
    </p:spTree>
    <p:extLst>
      <p:ext uri="{BB962C8B-B14F-4D97-AF65-F5344CB8AC3E}">
        <p14:creationId xmlns:p14="http://schemas.microsoft.com/office/powerpoint/2010/main" val="2668702426"/>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7DDBA0-EAC5-27C2-D611-AA250B6FBCC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92727CD-E3EB-A96C-E49B-205A18EDB16E}"/>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CD12C5E6-435C-0FD8-63FD-3391B4A79F68}"/>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14E93BFA-EA72-E18B-BF79-06E6C29B216A}"/>
              </a:ext>
            </a:extLst>
          </p:cNvPr>
          <p:cNvSpPr>
            <a:spLocks noGrp="1"/>
          </p:cNvSpPr>
          <p:nvPr>
            <p:ph type="sldNum" sz="quarter" idx="10"/>
          </p:nvPr>
        </p:nvSpPr>
        <p:spPr/>
        <p:txBody>
          <a:bodyPr/>
          <a:lstStyle/>
          <a:p>
            <a:fld id="{7782813F-5D25-4BB6-888C-4601F85758C5}" type="slidenum">
              <a:rPr lang="en-IN" smtClean="0"/>
              <a:pPr/>
              <a:t>37</a:t>
            </a:fld>
            <a:endParaRPr lang="en-IN"/>
          </a:p>
        </p:txBody>
      </p:sp>
    </p:spTree>
    <p:extLst>
      <p:ext uri="{BB962C8B-B14F-4D97-AF65-F5344CB8AC3E}">
        <p14:creationId xmlns:p14="http://schemas.microsoft.com/office/powerpoint/2010/main" val="522957554"/>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7FF20C-947D-B3EC-FF5D-72F05E4F1C6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B62CCF8-6783-F93D-53F6-CF2FB6CE5F86}"/>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6F4786BA-0B4C-69CD-2EDC-12213EEA0EAE}"/>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931BEF7E-1275-6BE0-01A8-28742C0D567D}"/>
              </a:ext>
            </a:extLst>
          </p:cNvPr>
          <p:cNvSpPr>
            <a:spLocks noGrp="1"/>
          </p:cNvSpPr>
          <p:nvPr>
            <p:ph type="sldNum" sz="quarter" idx="10"/>
          </p:nvPr>
        </p:nvSpPr>
        <p:spPr/>
        <p:txBody>
          <a:bodyPr/>
          <a:lstStyle/>
          <a:p>
            <a:fld id="{7782813F-5D25-4BB6-888C-4601F85758C5}" type="slidenum">
              <a:rPr lang="en-IN" smtClean="0"/>
              <a:pPr/>
              <a:t>38</a:t>
            </a:fld>
            <a:endParaRPr lang="en-IN"/>
          </a:p>
        </p:txBody>
      </p:sp>
    </p:spTree>
    <p:extLst>
      <p:ext uri="{BB962C8B-B14F-4D97-AF65-F5344CB8AC3E}">
        <p14:creationId xmlns:p14="http://schemas.microsoft.com/office/powerpoint/2010/main" val="2829156737"/>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7F5FB6-DFFE-ACAA-EE56-DCF40443CF7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7899F8B-41D3-C814-FCC0-D0C09C8FA92C}"/>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C1ACFD81-6AF7-6838-2751-5CB8C6C9F231}"/>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DF60D8E5-E884-FB1F-80D6-DA7795E623E0}"/>
              </a:ext>
            </a:extLst>
          </p:cNvPr>
          <p:cNvSpPr>
            <a:spLocks noGrp="1"/>
          </p:cNvSpPr>
          <p:nvPr>
            <p:ph type="sldNum" sz="quarter" idx="10"/>
          </p:nvPr>
        </p:nvSpPr>
        <p:spPr/>
        <p:txBody>
          <a:bodyPr/>
          <a:lstStyle/>
          <a:p>
            <a:fld id="{7782813F-5D25-4BB6-888C-4601F85758C5}" type="slidenum">
              <a:rPr lang="en-IN" smtClean="0"/>
              <a:pPr/>
              <a:t>39</a:t>
            </a:fld>
            <a:endParaRPr lang="en-IN"/>
          </a:p>
        </p:txBody>
      </p:sp>
    </p:spTree>
    <p:extLst>
      <p:ext uri="{BB962C8B-B14F-4D97-AF65-F5344CB8AC3E}">
        <p14:creationId xmlns:p14="http://schemas.microsoft.com/office/powerpoint/2010/main" val="653803713"/>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DC7119-470F-3020-6434-964BE53A2F6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A4CB09E-259F-AF73-EE34-D8796EE60003}"/>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32DB4289-2488-5D24-E0CA-5956B14896BD}"/>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ED6AD7D1-4978-FB14-17F2-7BD4F1890A09}"/>
              </a:ext>
            </a:extLst>
          </p:cNvPr>
          <p:cNvSpPr>
            <a:spLocks noGrp="1"/>
          </p:cNvSpPr>
          <p:nvPr>
            <p:ph type="sldNum" sz="quarter" idx="10"/>
          </p:nvPr>
        </p:nvSpPr>
        <p:spPr/>
        <p:txBody>
          <a:bodyPr/>
          <a:lstStyle/>
          <a:p>
            <a:fld id="{7782813F-5D25-4BB6-888C-4601F85758C5}" type="slidenum">
              <a:rPr lang="en-IN" smtClean="0"/>
              <a:pPr/>
              <a:t>40</a:t>
            </a:fld>
            <a:endParaRPr lang="en-IN"/>
          </a:p>
        </p:txBody>
      </p:sp>
    </p:spTree>
    <p:extLst>
      <p:ext uri="{BB962C8B-B14F-4D97-AF65-F5344CB8AC3E}">
        <p14:creationId xmlns:p14="http://schemas.microsoft.com/office/powerpoint/2010/main" val="3542761004"/>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3C4AD8-D5F1-63E4-35C4-37C7F4E28B3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957B7D2-3607-412D-2526-66EEF2C82249}"/>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C2EF967F-72FD-98B6-5FBA-2B796F3F44DD}"/>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E461023C-3C74-271D-7808-AFE7CF78107A}"/>
              </a:ext>
            </a:extLst>
          </p:cNvPr>
          <p:cNvSpPr>
            <a:spLocks noGrp="1"/>
          </p:cNvSpPr>
          <p:nvPr>
            <p:ph type="sldNum" sz="quarter" idx="10"/>
          </p:nvPr>
        </p:nvSpPr>
        <p:spPr/>
        <p:txBody>
          <a:bodyPr/>
          <a:lstStyle/>
          <a:p>
            <a:fld id="{7782813F-5D25-4BB6-888C-4601F85758C5}" type="slidenum">
              <a:rPr lang="en-IN" smtClean="0"/>
              <a:pPr/>
              <a:t>41</a:t>
            </a:fld>
            <a:endParaRPr lang="en-IN"/>
          </a:p>
        </p:txBody>
      </p:sp>
    </p:spTree>
    <p:extLst>
      <p:ext uri="{BB962C8B-B14F-4D97-AF65-F5344CB8AC3E}">
        <p14:creationId xmlns:p14="http://schemas.microsoft.com/office/powerpoint/2010/main" val="1438534277"/>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8830AB-B46E-4637-9288-FD7DAA8723A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ABEDCF0-4DB8-FB35-7100-A1EF65AE6BAC}"/>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43A0EB4C-9273-D75F-1B47-E782EEC48AEC}"/>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8B7862AC-BE7E-10B2-9AA9-49F891724866}"/>
              </a:ext>
            </a:extLst>
          </p:cNvPr>
          <p:cNvSpPr>
            <a:spLocks noGrp="1"/>
          </p:cNvSpPr>
          <p:nvPr>
            <p:ph type="sldNum" sz="quarter" idx="10"/>
          </p:nvPr>
        </p:nvSpPr>
        <p:spPr/>
        <p:txBody>
          <a:bodyPr/>
          <a:lstStyle/>
          <a:p>
            <a:fld id="{7782813F-5D25-4BB6-888C-4601F85758C5}" type="slidenum">
              <a:rPr lang="en-IN" smtClean="0"/>
              <a:pPr/>
              <a:t>42</a:t>
            </a:fld>
            <a:endParaRPr lang="en-IN"/>
          </a:p>
        </p:txBody>
      </p:sp>
    </p:spTree>
    <p:extLst>
      <p:ext uri="{BB962C8B-B14F-4D97-AF65-F5344CB8AC3E}">
        <p14:creationId xmlns:p14="http://schemas.microsoft.com/office/powerpoint/2010/main" val="3524107065"/>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38DC7F-D8E4-6040-9C13-E02BA79C322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5486F59-5A21-79A7-6F5B-727895A0E835}"/>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E9D70743-75E7-220B-57A5-F06B802F5D10}"/>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E26E51DF-94E5-BC08-EEB0-E0FF26AD183F}"/>
              </a:ext>
            </a:extLst>
          </p:cNvPr>
          <p:cNvSpPr>
            <a:spLocks noGrp="1"/>
          </p:cNvSpPr>
          <p:nvPr>
            <p:ph type="sldNum" sz="quarter" idx="10"/>
          </p:nvPr>
        </p:nvSpPr>
        <p:spPr/>
        <p:txBody>
          <a:bodyPr/>
          <a:lstStyle/>
          <a:p>
            <a:fld id="{7782813F-5D25-4BB6-888C-4601F85758C5}" type="slidenum">
              <a:rPr lang="en-IN" smtClean="0"/>
              <a:pPr/>
              <a:t>43</a:t>
            </a:fld>
            <a:endParaRPr lang="en-IN"/>
          </a:p>
        </p:txBody>
      </p:sp>
    </p:spTree>
    <p:extLst>
      <p:ext uri="{BB962C8B-B14F-4D97-AF65-F5344CB8AC3E}">
        <p14:creationId xmlns:p14="http://schemas.microsoft.com/office/powerpoint/2010/main" val="2068708844"/>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5D2748-13E6-CE6E-2E8A-66EE9811798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06C1F8F-8D86-B714-EE71-E414BA2F786D}"/>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0742C779-EF8F-0E73-AA46-E5CDF9868F43}"/>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E61B71AA-0964-159F-B69B-BFBF308FFBB1}"/>
              </a:ext>
            </a:extLst>
          </p:cNvPr>
          <p:cNvSpPr>
            <a:spLocks noGrp="1"/>
          </p:cNvSpPr>
          <p:nvPr>
            <p:ph type="sldNum" sz="quarter" idx="10"/>
          </p:nvPr>
        </p:nvSpPr>
        <p:spPr/>
        <p:txBody>
          <a:bodyPr/>
          <a:lstStyle/>
          <a:p>
            <a:fld id="{7782813F-5D25-4BB6-888C-4601F85758C5}" type="slidenum">
              <a:rPr lang="en-IN" smtClean="0"/>
              <a:pPr/>
              <a:t>44</a:t>
            </a:fld>
            <a:endParaRPr lang="en-IN"/>
          </a:p>
        </p:txBody>
      </p:sp>
    </p:spTree>
    <p:extLst>
      <p:ext uri="{BB962C8B-B14F-4D97-AF65-F5344CB8AC3E}">
        <p14:creationId xmlns:p14="http://schemas.microsoft.com/office/powerpoint/2010/main" val="465571786"/>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FC86FF-1970-92E6-1AB7-ECA1A422E92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F283D1A-0DB7-37CB-CEC3-125808F4E0F2}"/>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A890B38F-5466-E068-B527-50EC8727A25E}"/>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AB964191-10FA-D65B-81A1-60080EBA2F51}"/>
              </a:ext>
            </a:extLst>
          </p:cNvPr>
          <p:cNvSpPr>
            <a:spLocks noGrp="1"/>
          </p:cNvSpPr>
          <p:nvPr>
            <p:ph type="sldNum" sz="quarter" idx="10"/>
          </p:nvPr>
        </p:nvSpPr>
        <p:spPr/>
        <p:txBody>
          <a:bodyPr/>
          <a:lstStyle/>
          <a:p>
            <a:fld id="{7782813F-5D25-4BB6-888C-4601F85758C5}" type="slidenum">
              <a:rPr lang="en-IN" smtClean="0"/>
              <a:pPr/>
              <a:t>45</a:t>
            </a:fld>
            <a:endParaRPr lang="en-IN"/>
          </a:p>
        </p:txBody>
      </p:sp>
    </p:spTree>
    <p:extLst>
      <p:ext uri="{BB962C8B-B14F-4D97-AF65-F5344CB8AC3E}">
        <p14:creationId xmlns:p14="http://schemas.microsoft.com/office/powerpoint/2010/main" val="1583569592"/>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46B055-0021-0FA1-30F1-641D1C8B6FD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3E170B7-902D-B003-66F2-9E0DBF5AB9D3}"/>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91A7F562-215B-F87B-5043-8232C328BD4B}"/>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A59EC9E0-FF54-EBC6-4EF4-E73FBFE1B600}"/>
              </a:ext>
            </a:extLst>
          </p:cNvPr>
          <p:cNvSpPr>
            <a:spLocks noGrp="1"/>
          </p:cNvSpPr>
          <p:nvPr>
            <p:ph type="sldNum" sz="quarter" idx="10"/>
          </p:nvPr>
        </p:nvSpPr>
        <p:spPr/>
        <p:txBody>
          <a:bodyPr/>
          <a:lstStyle/>
          <a:p>
            <a:fld id="{7782813F-5D25-4BB6-888C-4601F85758C5}" type="slidenum">
              <a:rPr lang="en-IN" smtClean="0"/>
              <a:pPr/>
              <a:t>46</a:t>
            </a:fld>
            <a:endParaRPr lang="en-IN"/>
          </a:p>
        </p:txBody>
      </p:sp>
    </p:spTree>
    <p:extLst>
      <p:ext uri="{BB962C8B-B14F-4D97-AF65-F5344CB8AC3E}">
        <p14:creationId xmlns:p14="http://schemas.microsoft.com/office/powerpoint/2010/main" val="306013517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6.png"/><Relationship Id="rId1" Type="http://schemas.openxmlformats.org/officeDocument/2006/relationships/slideMaster" Target="../slideMasters/slideMaster4.xml"/><Relationship Id="rId5" Type="http://schemas.microsoft.com/office/2007/relationships/hdphoto" Target="../media/hdphoto1.wdp"/><Relationship Id="rId4" Type="http://schemas.openxmlformats.org/officeDocument/2006/relationships/image" Target="../media/image5.png"/></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6.png"/><Relationship Id="rId1" Type="http://schemas.openxmlformats.org/officeDocument/2006/relationships/slideMaster" Target="../slideMasters/slideMaster4.xml"/><Relationship Id="rId5" Type="http://schemas.microsoft.com/office/2007/relationships/hdphoto" Target="../media/hdphoto1.wdp"/><Relationship Id="rId4" Type="http://schemas.openxmlformats.org/officeDocument/2006/relationships/image" Target="../media/image5.png"/></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6.png"/><Relationship Id="rId1" Type="http://schemas.openxmlformats.org/officeDocument/2006/relationships/slideMaster" Target="../slideMasters/slideMaster4.xml"/><Relationship Id="rId5" Type="http://schemas.microsoft.com/office/2007/relationships/hdphoto" Target="../media/hdphoto1.wdp"/><Relationship Id="rId4" Type="http://schemas.openxmlformats.org/officeDocument/2006/relationships/image" Target="../media/image4.png"/></Relationships>
</file>

<file path=ppt/slideLayouts/_rels/slideLayout44.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6.png"/><Relationship Id="rId1" Type="http://schemas.openxmlformats.org/officeDocument/2006/relationships/slideMaster" Target="../slideMasters/slideMaster4.xml"/><Relationship Id="rId5" Type="http://schemas.microsoft.com/office/2007/relationships/hdphoto" Target="../media/hdphoto1.wdp"/><Relationship Id="rId4" Type="http://schemas.openxmlformats.org/officeDocument/2006/relationships/image" Target="../media/image4.png"/></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4EF95999-A99C-46D6-BFDA-AEFA180EA74F}" type="datetimeFigureOut">
              <a:rPr lang="en-US" smtClean="0"/>
              <a:pPr/>
              <a:t>25-May-26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1096927-E4BC-4077-9E7B-25FA85E7CDDE}"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EF95999-A99C-46D6-BFDA-AEFA180EA74F}" type="datetimeFigureOut">
              <a:rPr lang="en-US" smtClean="0"/>
              <a:pPr/>
              <a:t>25-May-26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1096927-E4BC-4077-9E7B-25FA85E7CDDE}"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1" y="1709739"/>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1" y="4589464"/>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EF95999-A99C-46D6-BFDA-AEFA180EA74F}" type="datetimeFigureOut">
              <a:rPr lang="en-US" smtClean="0"/>
              <a:pPr/>
              <a:t>25-May-26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1096927-E4BC-4077-9E7B-25FA85E7CDDE}"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5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825625"/>
            <a:ext cx="515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4EF95999-A99C-46D6-BFDA-AEFA180EA74F}" type="datetimeFigureOut">
              <a:rPr lang="en-US" smtClean="0"/>
              <a:pPr/>
              <a:t>25-May-26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1096927-E4BC-4077-9E7B-25FA85E7CDDE}"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40317" y="365126"/>
            <a:ext cx="10515600" cy="1325563"/>
          </a:xfrm>
        </p:spPr>
        <p:txBody>
          <a:bodyPr/>
          <a:lstStyle/>
          <a:p>
            <a:r>
              <a:rPr lang="en-US"/>
              <a:t>Click to edit Master title style</a:t>
            </a:r>
          </a:p>
        </p:txBody>
      </p:sp>
      <p:sp>
        <p:nvSpPr>
          <p:cNvPr id="3" name="Text Placeholder 2"/>
          <p:cNvSpPr>
            <a:spLocks noGrp="1"/>
          </p:cNvSpPr>
          <p:nvPr>
            <p:ph type="body" idx="1"/>
          </p:nvPr>
        </p:nvSpPr>
        <p:spPr>
          <a:xfrm>
            <a:off x="840318" y="1681163"/>
            <a:ext cx="5158316"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40318" y="2505075"/>
            <a:ext cx="5158316"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71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71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4EF95999-A99C-46D6-BFDA-AEFA180EA74F}" type="datetimeFigureOut">
              <a:rPr lang="en-US" smtClean="0"/>
              <a:pPr/>
              <a:t>25-May-26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1096927-E4BC-4077-9E7B-25FA85E7CDDE}"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4EF95999-A99C-46D6-BFDA-AEFA180EA74F}" type="datetimeFigureOut">
              <a:rPr lang="en-US" smtClean="0"/>
              <a:pPr/>
              <a:t>25-May-26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1096927-E4BC-4077-9E7B-25FA85E7CDDE}"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EF95999-A99C-46D6-BFDA-AEFA180EA74F}" type="datetimeFigureOut">
              <a:rPr lang="en-US" smtClean="0"/>
              <a:pPr/>
              <a:t>25-May-26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D1096927-E4BC-4077-9E7B-25FA85E7CDDE}"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0318" y="457200"/>
            <a:ext cx="393276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717" y="987426"/>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40318" y="2057400"/>
            <a:ext cx="393276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EF95999-A99C-46D6-BFDA-AEFA180EA74F}" type="datetimeFigureOut">
              <a:rPr lang="en-US" smtClean="0"/>
              <a:pPr/>
              <a:t>25-May-26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1096927-E4BC-4077-9E7B-25FA85E7CDDE}"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0318" y="457200"/>
            <a:ext cx="393276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717" y="987426"/>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40318" y="2057400"/>
            <a:ext cx="393276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EF95999-A99C-46D6-BFDA-AEFA180EA74F}" type="datetimeFigureOut">
              <a:rPr lang="en-US" smtClean="0"/>
              <a:pPr/>
              <a:t>25-May-26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1096927-E4BC-4077-9E7B-25FA85E7CDDE}"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EF95999-A99C-46D6-BFDA-AEFA180EA74F}" type="datetimeFigureOut">
              <a:rPr lang="en-US" smtClean="0"/>
              <a:pPr/>
              <a:t>25-May-26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1096927-E4BC-4077-9E7B-25FA85E7CDDE}"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1"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1" y="365125"/>
            <a:ext cx="76835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EF95999-A99C-46D6-BFDA-AEFA180EA74F}" type="datetimeFigureOut">
              <a:rPr lang="en-US" smtClean="0"/>
              <a:pPr/>
              <a:t>25-May-26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1096927-E4BC-4077-9E7B-25FA85E7CDDE}" type="slidenum">
              <a:rPr lang="en-US" smtClean="0"/>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_Title Slide">
    <p:bg>
      <p:bgPr>
        <a:blipFill dpi="0" rotWithShape="1">
          <a:blip r:embed="rId2">
            <a:alphaModFix amt="40000"/>
            <a:lum/>
          </a:blip>
          <a:srcRect/>
          <a:stretch>
            <a:fillRect/>
          </a:stretch>
        </a:blipFill>
        <a:effectLst/>
      </p:bgPr>
    </p:bg>
    <p:spTree>
      <p:nvGrpSpPr>
        <p:cNvPr id="1" name=""/>
        <p:cNvGrpSpPr/>
        <p:nvPr/>
      </p:nvGrpSpPr>
      <p:grpSpPr>
        <a:xfrm>
          <a:off x="0" y="0"/>
          <a:ext cx="0" cy="0"/>
          <a:chOff x="0" y="0"/>
          <a:chExt cx="0" cy="0"/>
        </a:xfrm>
      </p:grpSpPr>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EC281ACE-890E-4B55-88CA-A440D73ED3A3}" type="datetimeFigureOut">
              <a:rPr lang="en-US" smtClean="0"/>
              <a:pPr/>
              <a:t>25-May-26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351BB8E-5703-4605-9BD4-B6282EF196A0}" type="slidenum">
              <a:rPr lang="en-US" smtClean="0"/>
              <a:pPr/>
              <a:t>‹#›</a:t>
            </a:fld>
            <a:endParaRPr lang="en-US"/>
          </a:p>
        </p:txBody>
      </p:sp>
      <p:pic>
        <p:nvPicPr>
          <p:cNvPr id="9" name="Picture 8" descr="Logo&#10;&#10;Description automatically generated"/>
          <p:cNvPicPr>
            <a:picLocks noChangeAspect="1"/>
          </p:cNvPicPr>
          <p:nvPr userDrawn="1"/>
        </p:nvPicPr>
        <p:blipFill rotWithShape="1">
          <a:blip r:embed="rId3" cstate="print">
            <a:extLst>
              <a:ext uri="{28A0092B-C50C-407E-A947-70E740481C1C}">
                <a14:useLocalDpi xmlns:a14="http://schemas.microsoft.com/office/drawing/2010/main" val="0"/>
              </a:ext>
            </a:extLst>
          </a:blip>
          <a:srcRect b="37988"/>
          <a:stretch>
            <a:fillRect/>
          </a:stretch>
        </p:blipFill>
        <p:spPr>
          <a:xfrm>
            <a:off x="10256520" y="0"/>
            <a:ext cx="2194560" cy="956268"/>
          </a:xfrm>
          <a:prstGeom prst="rect">
            <a:avLst/>
          </a:prstGeom>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36B80835-DEB3-4275-B379-2566D87801AD}" type="datetimeFigureOut">
              <a:rPr lang="en-US" smtClean="0"/>
              <a:pPr/>
              <a:t>25-May-26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A01822-BBE1-4BC5-B54E-43DAA9793F70}" type="slidenum">
              <a:rPr lang="en-US" smtClean="0"/>
              <a:pPr/>
              <a:t>‹#›</a:t>
            </a:fld>
            <a:endParaRPr 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36B80835-DEB3-4275-B379-2566D87801AD}" type="datetimeFigureOut">
              <a:rPr lang="en-US" smtClean="0"/>
              <a:pPr/>
              <a:t>25-May-26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A01822-BBE1-4BC5-B54E-43DAA9793F70}" type="slidenum">
              <a:rPr lang="en-US" smtClean="0"/>
              <a:pPr/>
              <a:t>‹#›</a:t>
            </a:fld>
            <a:endParaRPr 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1" y="1709740"/>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1" y="4589465"/>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6B80835-DEB3-4275-B379-2566D87801AD}" type="datetimeFigureOut">
              <a:rPr lang="en-US" smtClean="0"/>
              <a:pPr/>
              <a:t>25-May-26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A01822-BBE1-4BC5-B54E-43DAA9793F70}" type="slidenum">
              <a:rPr lang="en-US" smtClean="0"/>
              <a:pPr/>
              <a:t>‹#›</a:t>
            </a:fld>
            <a:endParaRPr 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36B80835-DEB3-4275-B379-2566D87801AD}" type="datetimeFigureOut">
              <a:rPr lang="en-US" smtClean="0"/>
              <a:pPr/>
              <a:t>25-May-26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CA01822-BBE1-4BC5-B54E-43DAA9793F70}" type="slidenum">
              <a:rPr lang="en-US" smtClean="0"/>
              <a:pPr/>
              <a:t>‹#›</a:t>
            </a:fld>
            <a:endParaRPr 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7"/>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9"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9"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1"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1"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36B80835-DEB3-4275-B379-2566D87801AD}" type="datetimeFigureOut">
              <a:rPr lang="en-US" smtClean="0"/>
              <a:pPr/>
              <a:t>25-May-26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CA01822-BBE1-4BC5-B54E-43DAA9793F70}" type="slidenum">
              <a:rPr lang="en-US" smtClean="0"/>
              <a:pPr/>
              <a:t>‹#›</a:t>
            </a:fld>
            <a:endParaRPr 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36B80835-DEB3-4275-B379-2566D87801AD}" type="datetimeFigureOut">
              <a:rPr lang="en-US" smtClean="0"/>
              <a:pPr/>
              <a:t>25-May-26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8CA01822-BBE1-4BC5-B54E-43DAA9793F70}" type="slidenum">
              <a:rPr lang="en-US" smtClean="0"/>
              <a:pPr/>
              <a:t>‹#›</a:t>
            </a:fld>
            <a:endParaRPr 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6B80835-DEB3-4275-B379-2566D87801AD}" type="datetimeFigureOut">
              <a:rPr lang="en-US" smtClean="0"/>
              <a:pPr/>
              <a:t>25-May-26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8CA01822-BBE1-4BC5-B54E-43DAA9793F70}" type="slidenum">
              <a:rPr lang="en-US" smtClean="0"/>
              <a:pPr/>
              <a:t>‹#›</a:t>
            </a:fld>
            <a:endParaRPr 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7"/>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36B80835-DEB3-4275-B379-2566D87801AD}" type="datetimeFigureOut">
              <a:rPr lang="en-US" smtClean="0"/>
              <a:pPr/>
              <a:t>25-May-26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CA01822-BBE1-4BC5-B54E-43DAA9793F70}" type="slidenum">
              <a:rPr lang="en-US" smtClean="0"/>
              <a:pPr/>
              <a:t>‹#›</a:t>
            </a:fld>
            <a:endParaRPr lang="en-US"/>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7"/>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36B80835-DEB3-4275-B379-2566D87801AD}" type="datetimeFigureOut">
              <a:rPr lang="en-US" smtClean="0"/>
              <a:pPr/>
              <a:t>25-May-26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CA01822-BBE1-4BC5-B54E-43DAA9793F70}" type="slidenum">
              <a:rPr lang="en-US" smtClean="0"/>
              <a:pPr/>
              <a:t>‹#›</a:t>
            </a:fld>
            <a:endParaRPr lang="en-US"/>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36B80835-DEB3-4275-B379-2566D87801AD}" type="datetimeFigureOut">
              <a:rPr lang="en-US" smtClean="0"/>
              <a:pPr/>
              <a:t>25-May-26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A01822-BBE1-4BC5-B54E-43DAA9793F70}" type="slidenum">
              <a:rPr lang="en-US" smtClean="0"/>
              <a:pPr/>
              <a:t>‹#›</a:t>
            </a:fld>
            <a:endParaRPr lang="en-US"/>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1"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1"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36B80835-DEB3-4275-B379-2566D87801AD}" type="datetimeFigureOut">
              <a:rPr lang="en-US" smtClean="0"/>
              <a:pPr/>
              <a:t>25-May-26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A01822-BBE1-4BC5-B54E-43DAA9793F70}" type="slidenum">
              <a:rPr lang="en-US" smtClean="0"/>
              <a:pPr/>
              <a:t>‹#›</a:t>
            </a:fld>
            <a:endParaRPr lang="en-US"/>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4EF95999-A99C-46D6-BFDA-AEFA180EA74F}" type="datetimeFigureOut">
              <a:rPr lang="en-US" smtClean="0"/>
              <a:pPr/>
              <a:t>25-May-26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1096927-E4BC-4077-9E7B-25FA85E7CDDE}" type="slidenum">
              <a:rPr lang="en-US" smtClean="0"/>
              <a:pPr/>
              <a:t>‹#›</a:t>
            </a:fld>
            <a:endParaRPr lang="en-US"/>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EF95999-A99C-46D6-BFDA-AEFA180EA74F}" type="datetimeFigureOut">
              <a:rPr lang="en-US" smtClean="0"/>
              <a:pPr/>
              <a:t>25-May-26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1096927-E4BC-4077-9E7B-25FA85E7CDDE}" type="slidenum">
              <a:rPr lang="en-US" smtClean="0"/>
              <a:pPr/>
              <a:t>‹#›</a:t>
            </a:fld>
            <a:endParaRPr lang="en-US"/>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1" y="1709739"/>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1" y="4589464"/>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EF95999-A99C-46D6-BFDA-AEFA180EA74F}" type="datetimeFigureOut">
              <a:rPr lang="en-US" smtClean="0"/>
              <a:pPr/>
              <a:t>25-May-26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1096927-E4BC-4077-9E7B-25FA85E7CDDE}" type="slidenum">
              <a:rPr lang="en-US" smtClean="0"/>
              <a:pPr/>
              <a:t>‹#›</a:t>
            </a:fld>
            <a:endParaRPr lang="en-US"/>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5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825625"/>
            <a:ext cx="515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4EF95999-A99C-46D6-BFDA-AEFA180EA74F}" type="datetimeFigureOut">
              <a:rPr lang="en-US" smtClean="0"/>
              <a:pPr/>
              <a:t>25-May-26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1096927-E4BC-4077-9E7B-25FA85E7CDDE}" type="slidenum">
              <a:rPr lang="en-US" smtClean="0"/>
              <a:pPr/>
              <a:t>‹#›</a:t>
            </a:fld>
            <a:endParaRPr lang="en-US"/>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40317" y="365126"/>
            <a:ext cx="10515600" cy="1325563"/>
          </a:xfrm>
        </p:spPr>
        <p:txBody>
          <a:bodyPr/>
          <a:lstStyle/>
          <a:p>
            <a:r>
              <a:rPr lang="en-US"/>
              <a:t>Click to edit Master title style</a:t>
            </a:r>
          </a:p>
        </p:txBody>
      </p:sp>
      <p:sp>
        <p:nvSpPr>
          <p:cNvPr id="3" name="Text Placeholder 2"/>
          <p:cNvSpPr>
            <a:spLocks noGrp="1"/>
          </p:cNvSpPr>
          <p:nvPr>
            <p:ph type="body" idx="1"/>
          </p:nvPr>
        </p:nvSpPr>
        <p:spPr>
          <a:xfrm>
            <a:off x="840318" y="1681163"/>
            <a:ext cx="5158316"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40318" y="2505075"/>
            <a:ext cx="5158316"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71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71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4EF95999-A99C-46D6-BFDA-AEFA180EA74F}" type="datetimeFigureOut">
              <a:rPr lang="en-US" smtClean="0"/>
              <a:pPr/>
              <a:t>25-May-26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1096927-E4BC-4077-9E7B-25FA85E7CDDE}" type="slidenum">
              <a:rPr lang="en-US" smtClean="0"/>
              <a:pPr/>
              <a:t>‹#›</a:t>
            </a:fld>
            <a:endParaRPr lang="en-US"/>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4EF95999-A99C-46D6-BFDA-AEFA180EA74F}" type="datetimeFigureOut">
              <a:rPr lang="en-US" smtClean="0"/>
              <a:pPr/>
              <a:t>25-May-26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1096927-E4BC-4077-9E7B-25FA85E7CDDE}" type="slidenum">
              <a:rPr lang="en-US" smtClean="0"/>
              <a:pPr/>
              <a:t>‹#›</a:t>
            </a:fld>
            <a:endParaRPr lang="en-US"/>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EF95999-A99C-46D6-BFDA-AEFA180EA74F}" type="datetimeFigureOut">
              <a:rPr lang="en-US" smtClean="0"/>
              <a:pPr/>
              <a:t>25-May-26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D1096927-E4BC-4077-9E7B-25FA85E7CDDE}" type="slidenum">
              <a:rPr lang="en-US" smtClean="0"/>
              <a:pPr/>
              <a:t>‹#›</a:t>
            </a:fld>
            <a:endParaRPr lang="en-US"/>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0318" y="457200"/>
            <a:ext cx="393276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717" y="987426"/>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40318" y="2057400"/>
            <a:ext cx="393276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EF95999-A99C-46D6-BFDA-AEFA180EA74F}" type="datetimeFigureOut">
              <a:rPr lang="en-US" smtClean="0"/>
              <a:pPr/>
              <a:t>25-May-26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1096927-E4BC-4077-9E7B-25FA85E7CDDE}" type="slidenum">
              <a:rPr lang="en-US" smtClean="0"/>
              <a:pPr/>
              <a:t>‹#›</a:t>
            </a:fld>
            <a:endParaRPr lang="en-US"/>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0318" y="457200"/>
            <a:ext cx="393276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717" y="987426"/>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40318" y="2057400"/>
            <a:ext cx="393276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EF95999-A99C-46D6-BFDA-AEFA180EA74F}" type="datetimeFigureOut">
              <a:rPr lang="en-US" smtClean="0"/>
              <a:pPr/>
              <a:t>25-May-26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1096927-E4BC-4077-9E7B-25FA85E7CDDE}" type="slidenum">
              <a:rPr lang="en-US" smtClean="0"/>
              <a:pPr/>
              <a:t>‹#›</a:t>
            </a:fld>
            <a:endParaRPr lang="en-US"/>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EF95999-A99C-46D6-BFDA-AEFA180EA74F}" type="datetimeFigureOut">
              <a:rPr lang="en-US" smtClean="0"/>
              <a:pPr/>
              <a:t>25-May-26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1096927-E4BC-4077-9E7B-25FA85E7CDDE}" type="slidenum">
              <a:rPr lang="en-US" smtClean="0"/>
              <a:pPr/>
              <a:t>‹#›</a:t>
            </a:fld>
            <a:endParaRPr lang="en-US"/>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1"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1" y="365125"/>
            <a:ext cx="76835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EF95999-A99C-46D6-BFDA-AEFA180EA74F}" type="datetimeFigureOut">
              <a:rPr lang="en-US" smtClean="0"/>
              <a:pPr/>
              <a:t>25-May-26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1096927-E4BC-4077-9E7B-25FA85E7CDDE}" type="slidenum">
              <a:rPr lang="en-US" smtClean="0"/>
              <a:pPr/>
              <a:t>‹#›</a:t>
            </a:fld>
            <a:endParaRPr lang="en-US"/>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1_Title Slide">
    <p:bg>
      <p:bgPr>
        <a:blipFill dpi="0" rotWithShape="1">
          <a:blip r:embed="rId2">
            <a:alphaModFix amt="40000"/>
            <a:lum/>
          </a:blip>
          <a:srcRect/>
          <a:stretch>
            <a:fillRect/>
          </a:stretch>
        </a:blipFill>
        <a:effectLst/>
      </p:bgPr>
    </p:bg>
    <p:spTree>
      <p:nvGrpSpPr>
        <p:cNvPr id="1" name=""/>
        <p:cNvGrpSpPr/>
        <p:nvPr/>
      </p:nvGrpSpPr>
      <p:grpSpPr>
        <a:xfrm>
          <a:off x="0" y="0"/>
          <a:ext cx="0" cy="0"/>
          <a:chOff x="0" y="0"/>
          <a:chExt cx="0" cy="0"/>
        </a:xfrm>
      </p:grpSpPr>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EC281ACE-890E-4B55-88CA-A440D73ED3A3}" type="datetimeFigureOut">
              <a:rPr lang="en-US" smtClean="0"/>
              <a:pPr/>
              <a:t>25-May-26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351BB8E-5703-4605-9BD4-B6282EF196A0}" type="slidenum">
              <a:rPr lang="en-US" smtClean="0"/>
              <a:pPr/>
              <a:t>‹#›</a:t>
            </a:fld>
            <a:endParaRPr lang="en-US"/>
          </a:p>
        </p:txBody>
      </p:sp>
      <p:pic>
        <p:nvPicPr>
          <p:cNvPr id="9" name="Picture 8" descr="Logo&#10;&#10;Description automatically generated"/>
          <p:cNvPicPr>
            <a:picLocks noChangeAspect="1"/>
          </p:cNvPicPr>
          <p:nvPr userDrawn="1"/>
        </p:nvPicPr>
        <p:blipFill rotWithShape="1">
          <a:blip r:embed="rId3" cstate="print">
            <a:extLst>
              <a:ext uri="{28A0092B-C50C-407E-A947-70E740481C1C}">
                <a14:useLocalDpi xmlns:a14="http://schemas.microsoft.com/office/drawing/2010/main" val="0"/>
              </a:ext>
            </a:extLst>
          </a:blip>
          <a:srcRect b="37988"/>
          <a:stretch>
            <a:fillRect/>
          </a:stretch>
        </p:blipFill>
        <p:spPr>
          <a:xfrm>
            <a:off x="10256520" y="0"/>
            <a:ext cx="2194560" cy="956268"/>
          </a:xfrm>
          <a:prstGeom prst="rect">
            <a:avLst/>
          </a:prstGeom>
        </p:spPr>
      </p:pic>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920834" y="1346946"/>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6200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920834" y="4299696"/>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175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920834" y="1484779"/>
            <a:ext cx="10222992" cy="2743200"/>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grpSp>
        <p:nvGrpSpPr>
          <p:cNvPr id="10" name="Group 9"/>
          <p:cNvGrpSpPr/>
          <p:nvPr/>
        </p:nvGrpSpPr>
        <p:grpSpPr>
          <a:xfrm>
            <a:off x="9649215" y="4068923"/>
            <a:ext cx="1080904" cy="1080902"/>
            <a:chOff x="9685338" y="4460675"/>
            <a:chExt cx="1080904" cy="1080902"/>
          </a:xfrm>
        </p:grpSpPr>
        <p:sp>
          <p:nvSpPr>
            <p:cNvPr id="11" name="Oval 10"/>
            <p:cNvSpPr/>
            <p:nvPr/>
          </p:nvSpPr>
          <p:spPr>
            <a:xfrm>
              <a:off x="9685338" y="4460675"/>
              <a:ext cx="1080904" cy="108090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sp>
        <p:sp>
          <p:nvSpPr>
            <p:cNvPr id="12" name="Oval 11"/>
            <p:cNvSpPr/>
            <p:nvPr/>
          </p:nvSpPr>
          <p:spPr>
            <a:xfrm>
              <a:off x="9793429" y="4568765"/>
              <a:ext cx="864723" cy="864722"/>
            </a:xfrm>
            <a:prstGeom prst="ellipse">
              <a:avLst/>
            </a:prstGeom>
            <a:noFill/>
            <a:ln w="25400" cap="flat" cmpd="sng" algn="ctr">
              <a:solidFill>
                <a:sysClr val="window" lastClr="FFFFFF"/>
              </a:solidFill>
              <a:prstDash val="solid"/>
            </a:ln>
            <a:effectLst/>
          </p:spPr>
        </p:sp>
      </p:grpSp>
      <p:sp>
        <p:nvSpPr>
          <p:cNvPr id="2" name="Title 1"/>
          <p:cNvSpPr>
            <a:spLocks noGrp="1"/>
          </p:cNvSpPr>
          <p:nvPr>
            <p:ph type="ctrTitle"/>
          </p:nvPr>
        </p:nvSpPr>
        <p:spPr>
          <a:xfrm>
            <a:off x="1051560" y="1432223"/>
            <a:ext cx="9966960" cy="3035808"/>
          </a:xfrm>
        </p:spPr>
        <p:txBody>
          <a:bodyPr anchor="ctr">
            <a:noAutofit/>
          </a:bodyPr>
          <a:lstStyle>
            <a:lvl1pPr algn="l">
              <a:lnSpc>
                <a:spcPct val="80000"/>
              </a:lnSpc>
              <a:defRPr sz="9600" cap="all" baseline="0">
                <a:blipFill dpi="0" rotWithShape="1">
                  <a:blip r:embed="rId4"/>
                  <a:srcRect/>
                  <a:tile tx="6350" ty="-127000" sx="65000" sy="64000" flip="none" algn="tl"/>
                </a:blipFill>
              </a:defRPr>
            </a:lvl1pPr>
          </a:lstStyle>
          <a:p>
            <a:r>
              <a:rPr lang="en-US"/>
              <a:t>Click to edit Master title style</a:t>
            </a:r>
            <a:endParaRPr lang="en-US" dirty="0"/>
          </a:p>
        </p:txBody>
      </p:sp>
      <p:sp>
        <p:nvSpPr>
          <p:cNvPr id="3" name="Subtitle 2"/>
          <p:cNvSpPr>
            <a:spLocks noGrp="1"/>
          </p:cNvSpPr>
          <p:nvPr>
            <p:ph type="subTitle" idx="1"/>
          </p:nvPr>
        </p:nvSpPr>
        <p:spPr>
          <a:xfrm>
            <a:off x="1069848" y="4389120"/>
            <a:ext cx="7891272" cy="1069848"/>
          </a:xfrm>
        </p:spPr>
        <p:txBody>
          <a:bodyPr>
            <a:normAutofit/>
          </a:bodyPr>
          <a:lstStyle>
            <a:lvl1pPr marL="0" indent="0" algn="l">
              <a:buNone/>
              <a:defRPr sz="2200">
                <a:solidFill>
                  <a:schemeClr val="tx1"/>
                </a:solidFill>
              </a:defRPr>
            </a:lvl1pPr>
            <a:lvl2pPr marL="457200" indent="0" algn="ctr">
              <a:buNone/>
              <a:defRPr sz="2200"/>
            </a:lvl2pPr>
            <a:lvl3pPr marL="914400" indent="0" algn="ctr">
              <a:buNone/>
              <a:defRPr sz="22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4EF95999-A99C-46D6-BFDA-AEFA180EA74F}" type="datetimeFigureOut">
              <a:rPr lang="en-US" smtClean="0"/>
              <a:pPr/>
              <a:t>25-May-26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9592733" y="4289334"/>
            <a:ext cx="1193868" cy="640080"/>
          </a:xfrm>
        </p:spPr>
        <p:txBody>
          <a:bodyPr/>
          <a:lstStyle>
            <a:lvl1pPr>
              <a:defRPr sz="2800"/>
            </a:lvl1pPr>
          </a:lstStyle>
          <a:p>
            <a:fld id="{D1096927-E4BC-4077-9E7B-25FA85E7CDDE}" type="slidenum">
              <a:rPr lang="en-US" smtClean="0"/>
              <a:pPr/>
              <a:t>‹#›</a:t>
            </a:fld>
            <a:endParaRPr lang="en-US"/>
          </a:p>
        </p:txBody>
      </p:sp>
    </p:spTree>
    <p:extLst>
      <p:ext uri="{BB962C8B-B14F-4D97-AF65-F5344CB8AC3E}">
        <p14:creationId xmlns:p14="http://schemas.microsoft.com/office/powerpoint/2010/main" val="3704899566"/>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EF95999-A99C-46D6-BFDA-AEFA180EA74F}" type="datetimeFigureOut">
              <a:rPr lang="en-US" smtClean="0"/>
              <a:pPr/>
              <a:t>25-May-26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1096927-E4BC-4077-9E7B-25FA85E7CDDE}" type="slidenum">
              <a:rPr lang="en-US" smtClean="0"/>
              <a:pPr/>
              <a:t>‹#›</a:t>
            </a:fld>
            <a:endParaRPr lang="en-US"/>
          </a:p>
        </p:txBody>
      </p:sp>
    </p:spTree>
    <p:extLst>
      <p:ext uri="{BB962C8B-B14F-4D97-AF65-F5344CB8AC3E}">
        <p14:creationId xmlns:p14="http://schemas.microsoft.com/office/powerpoint/2010/main" val="322938097"/>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7" name="Rectangle 6"/>
          <p:cNvSpPr/>
          <p:nvPr/>
        </p:nvSpPr>
        <p:spPr>
          <a:xfrm>
            <a:off x="0" y="4917989"/>
            <a:ext cx="12192000" cy="1940010"/>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2167128" y="1225296"/>
            <a:ext cx="9281160" cy="3520440"/>
          </a:xfrm>
        </p:spPr>
        <p:txBody>
          <a:bodyPr anchor="ctr">
            <a:normAutofit/>
          </a:bodyPr>
          <a:lstStyle>
            <a:lvl1pPr>
              <a:lnSpc>
                <a:spcPct val="80000"/>
              </a:lnSpc>
              <a:defRPr sz="8000" b="0"/>
            </a:lvl1pPr>
          </a:lstStyle>
          <a:p>
            <a:r>
              <a:rPr lang="en-US"/>
              <a:t>Click to edit Master title style</a:t>
            </a:r>
            <a:endParaRPr lang="en-US" dirty="0"/>
          </a:p>
        </p:txBody>
      </p:sp>
      <p:sp>
        <p:nvSpPr>
          <p:cNvPr id="3" name="Text Placeholder 2"/>
          <p:cNvSpPr>
            <a:spLocks noGrp="1"/>
          </p:cNvSpPr>
          <p:nvPr>
            <p:ph type="body" idx="1"/>
          </p:nvPr>
        </p:nvSpPr>
        <p:spPr>
          <a:xfrm>
            <a:off x="2165774" y="5020056"/>
            <a:ext cx="9052560" cy="1066800"/>
          </a:xfrm>
        </p:spPr>
        <p:txBody>
          <a:bodyPr anchor="t">
            <a:normAutofit/>
          </a:bodyPr>
          <a:lstStyle>
            <a:lvl1pPr marL="0" indent="0">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8593667" y="6272784"/>
            <a:ext cx="2644309" cy="365125"/>
          </a:xfrm>
        </p:spPr>
        <p:txBody>
          <a:bodyPr/>
          <a:lstStyle/>
          <a:p>
            <a:fld id="{4EF95999-A99C-46D6-BFDA-AEFA180EA74F}" type="datetimeFigureOut">
              <a:rPr lang="en-US" smtClean="0"/>
              <a:pPr/>
              <a:t>25-May-26</a:t>
            </a:fld>
            <a:endParaRPr lang="en-US"/>
          </a:p>
        </p:txBody>
      </p:sp>
      <p:sp>
        <p:nvSpPr>
          <p:cNvPr id="5" name="Footer Placeholder 4"/>
          <p:cNvSpPr>
            <a:spLocks noGrp="1"/>
          </p:cNvSpPr>
          <p:nvPr>
            <p:ph type="ftr" sz="quarter" idx="11"/>
          </p:nvPr>
        </p:nvSpPr>
        <p:spPr>
          <a:xfrm>
            <a:off x="2182708" y="6272784"/>
            <a:ext cx="6327648" cy="365125"/>
          </a:xfrm>
        </p:spPr>
        <p:txBody>
          <a:bodyPr/>
          <a:lstStyle/>
          <a:p>
            <a:endParaRPr lang="en-US"/>
          </a:p>
        </p:txBody>
      </p:sp>
      <p:grpSp>
        <p:nvGrpSpPr>
          <p:cNvPr id="8" name="Group 7"/>
          <p:cNvGrpSpPr/>
          <p:nvPr/>
        </p:nvGrpSpPr>
        <p:grpSpPr>
          <a:xfrm>
            <a:off x="897399" y="2325848"/>
            <a:ext cx="1080904" cy="1080902"/>
            <a:chOff x="9685338" y="4460675"/>
            <a:chExt cx="1080904" cy="1080902"/>
          </a:xfrm>
        </p:grpSpPr>
        <p:sp>
          <p:nvSpPr>
            <p:cNvPr id="9" name="Oval 8"/>
            <p:cNvSpPr/>
            <p:nvPr/>
          </p:nvSpPr>
          <p:spPr>
            <a:xfrm>
              <a:off x="9685338" y="4460675"/>
              <a:ext cx="1080904" cy="108090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sp>
        <p:sp>
          <p:nvSpPr>
            <p:cNvPr id="10" name="Oval 9"/>
            <p:cNvSpPr/>
            <p:nvPr/>
          </p:nvSpPr>
          <p:spPr>
            <a:xfrm>
              <a:off x="9793429" y="4568765"/>
              <a:ext cx="864723" cy="864722"/>
            </a:xfrm>
            <a:prstGeom prst="ellipse">
              <a:avLst/>
            </a:prstGeom>
            <a:noFill/>
            <a:ln w="25400" cap="flat" cmpd="sng" algn="ctr">
              <a:solidFill>
                <a:sysClr val="window" lastClr="FFFFFF"/>
              </a:solidFill>
              <a:prstDash val="solid"/>
            </a:ln>
            <a:effectLst/>
          </p:spPr>
        </p:sp>
      </p:grpSp>
      <p:sp>
        <p:nvSpPr>
          <p:cNvPr id="6" name="Slide Number Placeholder 5"/>
          <p:cNvSpPr>
            <a:spLocks noGrp="1"/>
          </p:cNvSpPr>
          <p:nvPr>
            <p:ph type="sldNum" sz="quarter" idx="12"/>
          </p:nvPr>
        </p:nvSpPr>
        <p:spPr>
          <a:xfrm>
            <a:off x="843702" y="2506133"/>
            <a:ext cx="1188298" cy="720332"/>
          </a:xfrm>
        </p:spPr>
        <p:txBody>
          <a:bodyPr/>
          <a:lstStyle>
            <a:lvl1pPr>
              <a:defRPr sz="2800"/>
            </a:lvl1pPr>
          </a:lstStyle>
          <a:p>
            <a:fld id="{D1096927-E4BC-4077-9E7B-25FA85E7CDDE}" type="slidenum">
              <a:rPr lang="en-US" smtClean="0"/>
              <a:pPr/>
              <a:t>‹#›</a:t>
            </a:fld>
            <a:endParaRPr lang="en-US"/>
          </a:p>
        </p:txBody>
      </p:sp>
    </p:spTree>
    <p:extLst>
      <p:ext uri="{BB962C8B-B14F-4D97-AF65-F5344CB8AC3E}">
        <p14:creationId xmlns:p14="http://schemas.microsoft.com/office/powerpoint/2010/main" val="718320986"/>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069848" y="2194560"/>
            <a:ext cx="4754880" cy="39776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364224" y="2194560"/>
            <a:ext cx="4754880" cy="39776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EF95999-A99C-46D6-BFDA-AEFA180EA74F}" type="datetimeFigureOut">
              <a:rPr lang="en-US" smtClean="0"/>
              <a:pPr/>
              <a:t>25-May-26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1096927-E4BC-4077-9E7B-25FA85E7CDDE}" type="slidenum">
              <a:rPr lang="en-US" smtClean="0"/>
              <a:pPr/>
              <a:t>‹#›</a:t>
            </a:fld>
            <a:endParaRPr lang="en-US"/>
          </a:p>
        </p:txBody>
      </p:sp>
    </p:spTree>
    <p:extLst>
      <p:ext uri="{BB962C8B-B14F-4D97-AF65-F5344CB8AC3E}">
        <p14:creationId xmlns:p14="http://schemas.microsoft.com/office/powerpoint/2010/main" val="645985548"/>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066800" y="2048256"/>
            <a:ext cx="4754880" cy="640080"/>
          </a:xfrm>
        </p:spPr>
        <p:txBody>
          <a:bodyPr anchor="ctr">
            <a:normAutofit/>
          </a:bodyPr>
          <a:lstStyle>
            <a:lvl1pPr marL="0" indent="0">
              <a:buNone/>
              <a:defRPr sz="2000" b="1">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69848" y="2743200"/>
            <a:ext cx="4754880" cy="32918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364224" y="2048256"/>
            <a:ext cx="4754880" cy="640080"/>
          </a:xfrm>
        </p:spPr>
        <p:txBody>
          <a:bodyPr anchor="ctr">
            <a:normAutofit/>
          </a:bodyPr>
          <a:lstStyle>
            <a:lvl1pPr marL="0" indent="0">
              <a:buNone/>
              <a:defRPr sz="2000" b="1">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364224" y="2743200"/>
            <a:ext cx="4754880" cy="32918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EF95999-A99C-46D6-BFDA-AEFA180EA74F}" type="datetimeFigureOut">
              <a:rPr lang="en-US" smtClean="0"/>
              <a:pPr/>
              <a:t>25-May-26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1096927-E4BC-4077-9E7B-25FA85E7CDDE}" type="slidenum">
              <a:rPr lang="en-US" smtClean="0"/>
              <a:pPr/>
              <a:t>‹#›</a:t>
            </a:fld>
            <a:endParaRPr lang="en-US"/>
          </a:p>
        </p:txBody>
      </p:sp>
    </p:spTree>
    <p:extLst>
      <p:ext uri="{BB962C8B-B14F-4D97-AF65-F5344CB8AC3E}">
        <p14:creationId xmlns:p14="http://schemas.microsoft.com/office/powerpoint/2010/main" val="652210626"/>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EF95999-A99C-46D6-BFDA-AEFA180EA74F}" type="datetimeFigureOut">
              <a:rPr lang="en-US" smtClean="0"/>
              <a:pPr/>
              <a:t>25-May-26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1096927-E4BC-4077-9E7B-25FA85E7CDDE}" type="slidenum">
              <a:rPr lang="en-US" smtClean="0"/>
              <a:pPr/>
              <a:t>‹#›</a:t>
            </a:fld>
            <a:endParaRPr lang="en-US"/>
          </a:p>
        </p:txBody>
      </p:sp>
    </p:spTree>
    <p:extLst>
      <p:ext uri="{BB962C8B-B14F-4D97-AF65-F5344CB8AC3E}">
        <p14:creationId xmlns:p14="http://schemas.microsoft.com/office/powerpoint/2010/main" val="2882663573"/>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EF95999-A99C-46D6-BFDA-AEFA180EA74F}" type="datetimeFigureOut">
              <a:rPr lang="en-US" smtClean="0"/>
              <a:pPr/>
              <a:t>25-May-26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D1096927-E4BC-4077-9E7B-25FA85E7CDDE}" type="slidenum">
              <a:rPr lang="en-US" smtClean="0"/>
              <a:pPr/>
              <a:t>‹#›</a:t>
            </a:fld>
            <a:endParaRPr lang="en-US"/>
          </a:p>
        </p:txBody>
      </p:sp>
    </p:spTree>
    <p:extLst>
      <p:ext uri="{BB962C8B-B14F-4D97-AF65-F5344CB8AC3E}">
        <p14:creationId xmlns:p14="http://schemas.microsoft.com/office/powerpoint/2010/main" val="50355248"/>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8303740" y="0"/>
            <a:ext cx="3888259" cy="6857999"/>
          </a:xfrm>
          <a:prstGeom prst="rect">
            <a:avLst/>
          </a:prstGeom>
          <a:blipFill dpi="0" rotWithShape="1">
            <a:blip r:embed="rId2">
              <a:alphaModFix amt="6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549640" y="685800"/>
            <a:ext cx="3200400" cy="1737360"/>
          </a:xfrm>
        </p:spPr>
        <p:txBody>
          <a:bodyPr anchor="b">
            <a:normAutofit/>
          </a:bodyPr>
          <a:lstStyle>
            <a:lvl1pPr>
              <a:defRPr sz="3200" b="1"/>
            </a:lvl1pPr>
          </a:lstStyle>
          <a:p>
            <a:r>
              <a:rPr lang="en-US"/>
              <a:t>Click to edit Master title style</a:t>
            </a:r>
            <a:endParaRPr lang="en-US" dirty="0"/>
          </a:p>
        </p:txBody>
      </p:sp>
      <p:sp>
        <p:nvSpPr>
          <p:cNvPr id="3" name="Content Placeholder 2"/>
          <p:cNvSpPr>
            <a:spLocks noGrp="1"/>
          </p:cNvSpPr>
          <p:nvPr>
            <p:ph idx="1"/>
          </p:nvPr>
        </p:nvSpPr>
        <p:spPr>
          <a:xfrm>
            <a:off x="838200" y="685800"/>
            <a:ext cx="6711696" cy="5020056"/>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549640" y="2423160"/>
            <a:ext cx="3200400" cy="3291840"/>
          </a:xfrm>
        </p:spPr>
        <p:txBody>
          <a:bodyPr>
            <a:normAutofit/>
          </a:bodyPr>
          <a:lstStyle>
            <a:lvl1pPr marL="0" indent="0">
              <a:lnSpc>
                <a:spcPct val="100000"/>
              </a:lnSpc>
              <a:spcBef>
                <a:spcPts val="1000"/>
              </a:spcBef>
              <a:buNone/>
              <a:defRPr sz="1400">
                <a:solidFill>
                  <a:schemeClr val="accent1">
                    <a:lumMod val="7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EF95999-A99C-46D6-BFDA-AEFA180EA74F}" type="datetimeFigureOut">
              <a:rPr lang="en-US" smtClean="0"/>
              <a:pPr/>
              <a:t>25-May-26</a:t>
            </a:fld>
            <a:endParaRPr lang="en-US"/>
          </a:p>
        </p:txBody>
      </p:sp>
      <p:sp>
        <p:nvSpPr>
          <p:cNvPr id="6" name="Footer Placeholder 5"/>
          <p:cNvSpPr>
            <a:spLocks noGrp="1"/>
          </p:cNvSpPr>
          <p:nvPr>
            <p:ph type="ftr" sz="quarter" idx="11"/>
          </p:nvPr>
        </p:nvSpPr>
        <p:spPr/>
        <p:txBody>
          <a:bodyPr/>
          <a:lstStyle/>
          <a:p>
            <a:endParaRPr lang="en-US"/>
          </a:p>
        </p:txBody>
      </p:sp>
      <p:grpSp>
        <p:nvGrpSpPr>
          <p:cNvPr id="9" name="Group 8"/>
          <p:cNvGrpSpPr>
            <a:grpSpLocks noChangeAspect="1"/>
          </p:cNvGrpSpPr>
          <p:nvPr/>
        </p:nvGrpSpPr>
        <p:grpSpPr>
          <a:xfrm>
            <a:off x="11401725" y="6229681"/>
            <a:ext cx="457200" cy="457200"/>
            <a:chOff x="11361456" y="6195813"/>
            <a:chExt cx="548640" cy="548640"/>
          </a:xfrm>
        </p:grpSpPr>
        <p:sp>
          <p:nvSpPr>
            <p:cNvPr id="10" name="Oval 9"/>
            <p:cNvSpPr/>
            <p:nvPr/>
          </p:nvSpPr>
          <p:spPr>
            <a:xfrm>
              <a:off x="11361456" y="6195813"/>
              <a:ext cx="548640" cy="548640"/>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11" name="Oval 10"/>
            <p:cNvSpPr/>
            <p:nvPr/>
          </p:nvSpPr>
          <p:spPr>
            <a:xfrm>
              <a:off x="11396488" y="6230844"/>
              <a:ext cx="478576" cy="478578"/>
            </a:xfrm>
            <a:prstGeom prst="ellipse">
              <a:avLst/>
            </a:prstGeom>
            <a:noFill/>
            <a:ln w="12700" cap="flat" cmpd="sng" algn="ctr">
              <a:solidFill>
                <a:sysClr val="window" lastClr="FFFFFF"/>
              </a:solidFill>
              <a:prstDash val="solid"/>
            </a:ln>
            <a:effectLst/>
          </p:spPr>
        </p:sp>
      </p:grpSp>
      <p:sp>
        <p:nvSpPr>
          <p:cNvPr id="7" name="Slide Number Placeholder 6"/>
          <p:cNvSpPr>
            <a:spLocks noGrp="1"/>
          </p:cNvSpPr>
          <p:nvPr>
            <p:ph type="sldNum" sz="quarter" idx="12"/>
          </p:nvPr>
        </p:nvSpPr>
        <p:spPr/>
        <p:txBody>
          <a:bodyPr/>
          <a:lstStyle/>
          <a:p>
            <a:fld id="{D1096927-E4BC-4077-9E7B-25FA85E7CDDE}" type="slidenum">
              <a:rPr lang="en-US" smtClean="0"/>
              <a:pPr/>
              <a:t>‹#›</a:t>
            </a:fld>
            <a:endParaRPr lang="en-US"/>
          </a:p>
        </p:txBody>
      </p:sp>
    </p:spTree>
    <p:extLst>
      <p:ext uri="{BB962C8B-B14F-4D97-AF65-F5344CB8AC3E}">
        <p14:creationId xmlns:p14="http://schemas.microsoft.com/office/powerpoint/2010/main" val="1080365098"/>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11" name="Rectangle 10"/>
          <p:cNvSpPr/>
          <p:nvPr/>
        </p:nvSpPr>
        <p:spPr>
          <a:xfrm>
            <a:off x="8303740" y="0"/>
            <a:ext cx="3888259" cy="6857999"/>
          </a:xfrm>
          <a:prstGeom prst="rect">
            <a:avLst/>
          </a:prstGeom>
          <a:blipFill dpi="0" rotWithShape="1">
            <a:blip r:embed="rId2">
              <a:alphaModFix amt="6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549640" y="685800"/>
            <a:ext cx="3200400" cy="1737360"/>
          </a:xfrm>
        </p:spPr>
        <p:txBody>
          <a:bodyPr anchor="b">
            <a:normAutofit/>
          </a:bodyPr>
          <a:lstStyle>
            <a:lvl1pPr>
              <a:defRPr sz="3200" b="1"/>
            </a:lvl1pPr>
          </a:lstStyle>
          <a:p>
            <a:r>
              <a:rPr lang="en-US"/>
              <a:t>Click to edit Master title style</a:t>
            </a:r>
            <a:endParaRPr lang="en-US" dirty="0"/>
          </a:p>
        </p:txBody>
      </p:sp>
      <p:sp>
        <p:nvSpPr>
          <p:cNvPr id="3" name="Picture Placeholder 2"/>
          <p:cNvSpPr>
            <a:spLocks noGrp="1" noChangeAspect="1"/>
          </p:cNvSpPr>
          <p:nvPr>
            <p:ph type="pic" idx="1"/>
          </p:nvPr>
        </p:nvSpPr>
        <p:spPr>
          <a:xfrm>
            <a:off x="0" y="0"/>
            <a:ext cx="8303740" cy="6858000"/>
          </a:xfrm>
          <a:solidFill>
            <a:schemeClr val="tx2">
              <a:lumMod val="20000"/>
              <a:lumOff val="80000"/>
            </a:schemeClr>
          </a:solidFill>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549640" y="2423160"/>
            <a:ext cx="3200400" cy="3291840"/>
          </a:xfrm>
        </p:spPr>
        <p:txBody>
          <a:bodyPr>
            <a:normAutofit/>
          </a:bodyPr>
          <a:lstStyle>
            <a:lvl1pPr marL="0" indent="0">
              <a:lnSpc>
                <a:spcPct val="100000"/>
              </a:lnSpc>
              <a:spcBef>
                <a:spcPts val="1000"/>
              </a:spcBef>
              <a:buNone/>
              <a:defRPr sz="1400">
                <a:solidFill>
                  <a:schemeClr val="accent1">
                    <a:lumMod val="7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EF95999-A99C-46D6-BFDA-AEFA180EA74F}" type="datetimeFigureOut">
              <a:rPr lang="en-US" smtClean="0"/>
              <a:pPr/>
              <a:t>25-May-26</a:t>
            </a:fld>
            <a:endParaRPr lang="en-US"/>
          </a:p>
        </p:txBody>
      </p:sp>
      <p:grpSp>
        <p:nvGrpSpPr>
          <p:cNvPr id="8" name="Group 7"/>
          <p:cNvGrpSpPr>
            <a:grpSpLocks noChangeAspect="1"/>
          </p:cNvGrpSpPr>
          <p:nvPr/>
        </p:nvGrpSpPr>
        <p:grpSpPr>
          <a:xfrm>
            <a:off x="11401725" y="6229681"/>
            <a:ext cx="457200" cy="457200"/>
            <a:chOff x="11361456" y="6195813"/>
            <a:chExt cx="548640" cy="548640"/>
          </a:xfrm>
        </p:grpSpPr>
        <p:sp>
          <p:nvSpPr>
            <p:cNvPr id="9" name="Oval 8"/>
            <p:cNvSpPr/>
            <p:nvPr/>
          </p:nvSpPr>
          <p:spPr>
            <a:xfrm>
              <a:off x="11361456" y="6195813"/>
              <a:ext cx="548640" cy="548640"/>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10" name="Oval 9"/>
            <p:cNvSpPr/>
            <p:nvPr/>
          </p:nvSpPr>
          <p:spPr>
            <a:xfrm>
              <a:off x="11396488" y="6230844"/>
              <a:ext cx="478576" cy="478578"/>
            </a:xfrm>
            <a:prstGeom prst="ellipse">
              <a:avLst/>
            </a:prstGeom>
            <a:noFill/>
            <a:ln w="12700" cap="flat" cmpd="sng" algn="ctr">
              <a:solidFill>
                <a:sysClr val="window" lastClr="FFFFFF"/>
              </a:solidFill>
              <a:prstDash val="solid"/>
            </a:ln>
            <a:effectLst/>
          </p:spPr>
        </p:sp>
      </p:grpSp>
      <p:sp>
        <p:nvSpPr>
          <p:cNvPr id="7" name="Slide Number Placeholder 6"/>
          <p:cNvSpPr>
            <a:spLocks noGrp="1"/>
          </p:cNvSpPr>
          <p:nvPr>
            <p:ph type="sldNum" sz="quarter" idx="12"/>
          </p:nvPr>
        </p:nvSpPr>
        <p:spPr/>
        <p:txBody>
          <a:bodyPr/>
          <a:lstStyle/>
          <a:p>
            <a:fld id="{D1096927-E4BC-4077-9E7B-25FA85E7CDDE}" type="slidenum">
              <a:rPr lang="en-US" smtClean="0"/>
              <a:pPr/>
              <a:t>‹#›</a:t>
            </a:fld>
            <a:endParaRPr lang="en-US"/>
          </a:p>
        </p:txBody>
      </p:sp>
    </p:spTree>
    <p:extLst>
      <p:ext uri="{BB962C8B-B14F-4D97-AF65-F5344CB8AC3E}">
        <p14:creationId xmlns:p14="http://schemas.microsoft.com/office/powerpoint/2010/main" val="2392583802"/>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EF95999-A99C-46D6-BFDA-AEFA180EA74F}" type="datetimeFigureOut">
              <a:rPr lang="en-US" smtClean="0"/>
              <a:pPr/>
              <a:t>25-May-26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1096927-E4BC-4077-9E7B-25FA85E7CDDE}" type="slidenum">
              <a:rPr lang="en-US" smtClean="0"/>
              <a:pPr/>
              <a:t>‹#›</a:t>
            </a:fld>
            <a:endParaRPr lang="en-US"/>
          </a:p>
        </p:txBody>
      </p:sp>
    </p:spTree>
    <p:extLst>
      <p:ext uri="{BB962C8B-B14F-4D97-AF65-F5344CB8AC3E}">
        <p14:creationId xmlns:p14="http://schemas.microsoft.com/office/powerpoint/2010/main" val="369516023"/>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533400"/>
            <a:ext cx="2552700" cy="56388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066800" y="533400"/>
            <a:ext cx="7505700" cy="56388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EF95999-A99C-46D6-BFDA-AEFA180EA74F}" type="datetimeFigureOut">
              <a:rPr lang="en-US" smtClean="0"/>
              <a:pPr/>
              <a:t>25-May-26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1096927-E4BC-4077-9E7B-25FA85E7CDDE}" type="slidenum">
              <a:rPr lang="en-US" smtClean="0"/>
              <a:pPr/>
              <a:t>‹#›</a:t>
            </a:fld>
            <a:endParaRPr lang="en-US"/>
          </a:p>
        </p:txBody>
      </p:sp>
    </p:spTree>
    <p:extLst>
      <p:ext uri="{BB962C8B-B14F-4D97-AF65-F5344CB8AC3E}">
        <p14:creationId xmlns:p14="http://schemas.microsoft.com/office/powerpoint/2010/main" val="122568793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theme" Target="../theme/theme2.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1.xml"/><Relationship Id="rId13" Type="http://schemas.openxmlformats.org/officeDocument/2006/relationships/theme" Target="../theme/theme3.xml"/><Relationship Id="rId3" Type="http://schemas.openxmlformats.org/officeDocument/2006/relationships/slideLayout" Target="../slideLayouts/slideLayout26.xml"/><Relationship Id="rId7" Type="http://schemas.openxmlformats.org/officeDocument/2006/relationships/slideLayout" Target="../slideLayouts/slideLayout30.xml"/><Relationship Id="rId12" Type="http://schemas.openxmlformats.org/officeDocument/2006/relationships/slideLayout" Target="../slideLayouts/slideLayout35.xml"/><Relationship Id="rId2" Type="http://schemas.openxmlformats.org/officeDocument/2006/relationships/slideLayout" Target="../slideLayouts/slideLayout25.xml"/><Relationship Id="rId1" Type="http://schemas.openxmlformats.org/officeDocument/2006/relationships/slideLayout" Target="../slideLayouts/slideLayout24.xml"/><Relationship Id="rId6" Type="http://schemas.openxmlformats.org/officeDocument/2006/relationships/slideLayout" Target="../slideLayouts/slideLayout29.xml"/><Relationship Id="rId11" Type="http://schemas.openxmlformats.org/officeDocument/2006/relationships/slideLayout" Target="../slideLayouts/slideLayout34.xml"/><Relationship Id="rId5" Type="http://schemas.openxmlformats.org/officeDocument/2006/relationships/slideLayout" Target="../slideLayouts/slideLayout28.xml"/><Relationship Id="rId10" Type="http://schemas.openxmlformats.org/officeDocument/2006/relationships/slideLayout" Target="../slideLayouts/slideLayout33.xml"/><Relationship Id="rId4" Type="http://schemas.openxmlformats.org/officeDocument/2006/relationships/slideLayout" Target="../slideLayouts/slideLayout27.xml"/><Relationship Id="rId9" Type="http://schemas.openxmlformats.org/officeDocument/2006/relationships/slideLayout" Target="../slideLayouts/slideLayout32.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3.xml"/><Relationship Id="rId13" Type="http://schemas.openxmlformats.org/officeDocument/2006/relationships/image" Target="../media/image4.png"/><Relationship Id="rId3" Type="http://schemas.openxmlformats.org/officeDocument/2006/relationships/slideLayout" Target="../slideLayouts/slideLayout38.xml"/><Relationship Id="rId7" Type="http://schemas.openxmlformats.org/officeDocument/2006/relationships/slideLayout" Target="../slideLayouts/slideLayout42.xml"/><Relationship Id="rId12" Type="http://schemas.openxmlformats.org/officeDocument/2006/relationships/theme" Target="../theme/theme4.xml"/><Relationship Id="rId2" Type="http://schemas.openxmlformats.org/officeDocument/2006/relationships/slideLayout" Target="../slideLayouts/slideLayout37.xml"/><Relationship Id="rId1" Type="http://schemas.openxmlformats.org/officeDocument/2006/relationships/slideLayout" Target="../slideLayouts/slideLayout36.xml"/><Relationship Id="rId6" Type="http://schemas.openxmlformats.org/officeDocument/2006/relationships/slideLayout" Target="../slideLayouts/slideLayout41.xml"/><Relationship Id="rId11" Type="http://schemas.openxmlformats.org/officeDocument/2006/relationships/slideLayout" Target="../slideLayouts/slideLayout46.xml"/><Relationship Id="rId5" Type="http://schemas.openxmlformats.org/officeDocument/2006/relationships/slideLayout" Target="../slideLayouts/slideLayout40.xml"/><Relationship Id="rId15" Type="http://schemas.openxmlformats.org/officeDocument/2006/relationships/image" Target="../media/image5.png"/><Relationship Id="rId10" Type="http://schemas.openxmlformats.org/officeDocument/2006/relationships/slideLayout" Target="../slideLayouts/slideLayout45.xml"/><Relationship Id="rId4" Type="http://schemas.openxmlformats.org/officeDocument/2006/relationships/slideLayout" Target="../slideLayouts/slideLayout39.xml"/><Relationship Id="rId9" Type="http://schemas.openxmlformats.org/officeDocument/2006/relationships/slideLayout" Target="../slideLayouts/slideLayout44.xml"/><Relationship Id="rId14" Type="http://schemas.microsoft.com/office/2007/relationships/hdphoto" Target="../media/hdphoto1.wdp"/></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6"/>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1"/>
            <a:ext cx="2743200" cy="365125"/>
          </a:xfrm>
          <a:prstGeom prst="rect">
            <a:avLst/>
          </a:prstGeom>
        </p:spPr>
        <p:txBody>
          <a:bodyPr vert="horz" lIns="91440" tIns="45720" rIns="91440" bIns="45720" rtlCol="0" anchor="ctr"/>
          <a:lstStyle>
            <a:lvl1pPr algn="l">
              <a:defRPr sz="1200">
                <a:solidFill>
                  <a:schemeClr val="tx1">
                    <a:tint val="75000"/>
                  </a:schemeClr>
                </a:solidFill>
                <a:latin typeface="Futura Cyrillic Book" panose="020B0502020204020303" charset="0"/>
              </a:defRPr>
            </a:lvl1pPr>
          </a:lstStyle>
          <a:p>
            <a:fld id="{4EF95999-A99C-46D6-BFDA-AEFA180EA74F}" type="datetimeFigureOut">
              <a:rPr lang="en-US" smtClean="0"/>
              <a:pPr/>
              <a:t>25-May-26</a:t>
            </a:fld>
            <a:endParaRPr lang="en-US"/>
          </a:p>
        </p:txBody>
      </p:sp>
      <p:sp>
        <p:nvSpPr>
          <p:cNvPr id="5" name="Footer Placeholder 4"/>
          <p:cNvSpPr>
            <a:spLocks noGrp="1"/>
          </p:cNvSpPr>
          <p:nvPr>
            <p:ph type="ftr" sz="quarter" idx="3"/>
          </p:nvPr>
        </p:nvSpPr>
        <p:spPr>
          <a:xfrm>
            <a:off x="4038600" y="6356351"/>
            <a:ext cx="4114800" cy="365125"/>
          </a:xfrm>
          <a:prstGeom prst="rect">
            <a:avLst/>
          </a:prstGeom>
        </p:spPr>
        <p:txBody>
          <a:bodyPr vert="horz" lIns="91440" tIns="45720" rIns="91440" bIns="45720" rtlCol="0" anchor="ctr"/>
          <a:lstStyle>
            <a:lvl1pPr algn="ctr">
              <a:defRPr sz="1200">
                <a:solidFill>
                  <a:schemeClr val="tx1">
                    <a:tint val="75000"/>
                  </a:schemeClr>
                </a:solidFill>
                <a:latin typeface="Futura Cyrillic Book" panose="020B0502020204020303" charset="0"/>
              </a:defRPr>
            </a:lvl1pPr>
          </a:lstStyle>
          <a:p>
            <a:endParaRPr lang="en-US"/>
          </a:p>
        </p:txBody>
      </p:sp>
      <p:sp>
        <p:nvSpPr>
          <p:cNvPr id="6" name="Slide Number Placeholder 5"/>
          <p:cNvSpPr>
            <a:spLocks noGrp="1"/>
          </p:cNvSpPr>
          <p:nvPr>
            <p:ph type="sldNum" sz="quarter" idx="4"/>
          </p:nvPr>
        </p:nvSpPr>
        <p:spPr>
          <a:xfrm>
            <a:off x="8610600" y="6356351"/>
            <a:ext cx="2743200" cy="365125"/>
          </a:xfrm>
          <a:prstGeom prst="rect">
            <a:avLst/>
          </a:prstGeom>
        </p:spPr>
        <p:txBody>
          <a:bodyPr vert="horz" lIns="91440" tIns="45720" rIns="91440" bIns="45720" rtlCol="0" anchor="ctr"/>
          <a:lstStyle>
            <a:lvl1pPr algn="r">
              <a:defRPr sz="1200">
                <a:solidFill>
                  <a:schemeClr val="tx1">
                    <a:tint val="75000"/>
                  </a:schemeClr>
                </a:solidFill>
                <a:latin typeface="Futura Cyrillic Book" panose="020B0502020204020303" charset="0"/>
              </a:defRPr>
            </a:lvl1pPr>
          </a:lstStyle>
          <a:p>
            <a:fld id="{D1096927-E4BC-4077-9E7B-25FA85E7CDDE}"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Futura Cyrillic Book" panose="020B0502020204020303"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Futura Cyrillic Book" panose="020B0502020204020303"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Futura Cyrillic Book" panose="020B0502020204020303"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Futura Cyrillic Book" panose="020B0502020204020303"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Futura Cyrillic Book" panose="020B0502020204020303"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7"/>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2"/>
            <a:ext cx="2743200" cy="365125"/>
          </a:xfrm>
          <a:prstGeom prst="rect">
            <a:avLst/>
          </a:prstGeom>
        </p:spPr>
        <p:txBody>
          <a:bodyPr vert="horz" lIns="91440" tIns="45720" rIns="91440" bIns="45720" rtlCol="0" anchor="ctr"/>
          <a:lstStyle>
            <a:lvl1pPr algn="l">
              <a:defRPr sz="1200">
                <a:solidFill>
                  <a:schemeClr val="tx1">
                    <a:tint val="75000"/>
                  </a:schemeClr>
                </a:solidFill>
                <a:latin typeface="Futura Cyrillic Book" panose="020B0502020204020303" charset="0"/>
              </a:defRPr>
            </a:lvl1pPr>
          </a:lstStyle>
          <a:p>
            <a:fld id="{36B80835-DEB3-4275-B379-2566D87801AD}" type="datetimeFigureOut">
              <a:rPr lang="en-US" smtClean="0"/>
              <a:pPr/>
              <a:t>25-May-26</a:t>
            </a:fld>
            <a:endParaRPr lang="en-US"/>
          </a:p>
        </p:txBody>
      </p:sp>
      <p:sp>
        <p:nvSpPr>
          <p:cNvPr id="5" name="Footer Placeholder 4"/>
          <p:cNvSpPr>
            <a:spLocks noGrp="1"/>
          </p:cNvSpPr>
          <p:nvPr>
            <p:ph type="ftr" sz="quarter" idx="3"/>
          </p:nvPr>
        </p:nvSpPr>
        <p:spPr>
          <a:xfrm>
            <a:off x="4038600" y="6356352"/>
            <a:ext cx="4114800" cy="365125"/>
          </a:xfrm>
          <a:prstGeom prst="rect">
            <a:avLst/>
          </a:prstGeom>
        </p:spPr>
        <p:txBody>
          <a:bodyPr vert="horz" lIns="91440" tIns="45720" rIns="91440" bIns="45720" rtlCol="0" anchor="ctr"/>
          <a:lstStyle>
            <a:lvl1pPr algn="ctr">
              <a:defRPr sz="1200">
                <a:solidFill>
                  <a:schemeClr val="tx1">
                    <a:tint val="75000"/>
                  </a:schemeClr>
                </a:solidFill>
                <a:latin typeface="Futura Cyrillic Book" panose="020B0502020204020303" charset="0"/>
              </a:defRPr>
            </a:lvl1pPr>
          </a:lstStyle>
          <a:p>
            <a:endParaRPr lang="en-US"/>
          </a:p>
        </p:txBody>
      </p:sp>
      <p:sp>
        <p:nvSpPr>
          <p:cNvPr id="6" name="Slide Number Placeholder 5"/>
          <p:cNvSpPr>
            <a:spLocks noGrp="1"/>
          </p:cNvSpPr>
          <p:nvPr>
            <p:ph type="sldNum" sz="quarter" idx="4"/>
          </p:nvPr>
        </p:nvSpPr>
        <p:spPr>
          <a:xfrm>
            <a:off x="8610600" y="6356352"/>
            <a:ext cx="2743200" cy="365125"/>
          </a:xfrm>
          <a:prstGeom prst="rect">
            <a:avLst/>
          </a:prstGeom>
        </p:spPr>
        <p:txBody>
          <a:bodyPr vert="horz" lIns="91440" tIns="45720" rIns="91440" bIns="45720" rtlCol="0" anchor="ctr"/>
          <a:lstStyle>
            <a:lvl1pPr algn="r">
              <a:defRPr sz="1200">
                <a:solidFill>
                  <a:schemeClr val="tx1">
                    <a:tint val="75000"/>
                  </a:schemeClr>
                </a:solidFill>
                <a:latin typeface="Futura Cyrillic Book" panose="020B0502020204020303" charset="0"/>
              </a:defRPr>
            </a:lvl1pPr>
          </a:lstStyle>
          <a:p>
            <a:fld id="{8CA01822-BBE1-4BC5-B54E-43DAA9793F70}"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Futura Cyrillic Book" panose="020B0502020204020303"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Futura Cyrillic Book" panose="020B0502020204020303"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Futura Cyrillic Book" panose="020B0502020204020303"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Futura Cyrillic Book" panose="020B0502020204020303"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Futura Cyrillic Book" panose="020B0502020204020303"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6"/>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1"/>
            <a:ext cx="2743200" cy="365125"/>
          </a:xfrm>
          <a:prstGeom prst="rect">
            <a:avLst/>
          </a:prstGeom>
        </p:spPr>
        <p:txBody>
          <a:bodyPr vert="horz" lIns="91440" tIns="45720" rIns="91440" bIns="45720" rtlCol="0" anchor="ctr"/>
          <a:lstStyle>
            <a:lvl1pPr algn="l">
              <a:defRPr sz="1200">
                <a:solidFill>
                  <a:schemeClr val="tx1">
                    <a:tint val="75000"/>
                  </a:schemeClr>
                </a:solidFill>
                <a:latin typeface="Futura Cyrillic Book" panose="020B0502020204020303" charset="0"/>
              </a:defRPr>
            </a:lvl1pPr>
          </a:lstStyle>
          <a:p>
            <a:fld id="{4EF95999-A99C-46D6-BFDA-AEFA180EA74F}" type="datetimeFigureOut">
              <a:rPr lang="en-US" smtClean="0"/>
              <a:pPr/>
              <a:t>25-May-26</a:t>
            </a:fld>
            <a:endParaRPr lang="en-US"/>
          </a:p>
        </p:txBody>
      </p:sp>
      <p:sp>
        <p:nvSpPr>
          <p:cNvPr id="5" name="Footer Placeholder 4"/>
          <p:cNvSpPr>
            <a:spLocks noGrp="1"/>
          </p:cNvSpPr>
          <p:nvPr>
            <p:ph type="ftr" sz="quarter" idx="3"/>
          </p:nvPr>
        </p:nvSpPr>
        <p:spPr>
          <a:xfrm>
            <a:off x="4038600" y="6356351"/>
            <a:ext cx="4114800" cy="365125"/>
          </a:xfrm>
          <a:prstGeom prst="rect">
            <a:avLst/>
          </a:prstGeom>
        </p:spPr>
        <p:txBody>
          <a:bodyPr vert="horz" lIns="91440" tIns="45720" rIns="91440" bIns="45720" rtlCol="0" anchor="ctr"/>
          <a:lstStyle>
            <a:lvl1pPr algn="ctr">
              <a:defRPr sz="1200">
                <a:solidFill>
                  <a:schemeClr val="tx1">
                    <a:tint val="75000"/>
                  </a:schemeClr>
                </a:solidFill>
                <a:latin typeface="Futura Cyrillic Book" panose="020B0502020204020303" charset="0"/>
              </a:defRPr>
            </a:lvl1pPr>
          </a:lstStyle>
          <a:p>
            <a:endParaRPr lang="en-US"/>
          </a:p>
        </p:txBody>
      </p:sp>
      <p:sp>
        <p:nvSpPr>
          <p:cNvPr id="6" name="Slide Number Placeholder 5"/>
          <p:cNvSpPr>
            <a:spLocks noGrp="1"/>
          </p:cNvSpPr>
          <p:nvPr>
            <p:ph type="sldNum" sz="quarter" idx="4"/>
          </p:nvPr>
        </p:nvSpPr>
        <p:spPr>
          <a:xfrm>
            <a:off x="8610600" y="6356351"/>
            <a:ext cx="2743200" cy="365125"/>
          </a:xfrm>
          <a:prstGeom prst="rect">
            <a:avLst/>
          </a:prstGeom>
        </p:spPr>
        <p:txBody>
          <a:bodyPr vert="horz" lIns="91440" tIns="45720" rIns="91440" bIns="45720" rtlCol="0" anchor="ctr"/>
          <a:lstStyle>
            <a:lvl1pPr algn="r">
              <a:defRPr sz="1200">
                <a:solidFill>
                  <a:schemeClr val="tx1">
                    <a:tint val="75000"/>
                  </a:schemeClr>
                </a:solidFill>
                <a:latin typeface="Futura Cyrillic Book" panose="020B0502020204020303" charset="0"/>
              </a:defRPr>
            </a:lvl1pPr>
          </a:lstStyle>
          <a:p>
            <a:fld id="{D1096927-E4BC-4077-9E7B-25FA85E7CDDE}"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74" r:id="rId1"/>
    <p:sldLayoutId id="2147483675" r:id="rId2"/>
    <p:sldLayoutId id="2147483676" r:id="rId3"/>
    <p:sldLayoutId id="2147483677" r:id="rId4"/>
    <p:sldLayoutId id="2147483678" r:id="rId5"/>
    <p:sldLayoutId id="2147483679" r:id="rId6"/>
    <p:sldLayoutId id="2147483680" r:id="rId7"/>
    <p:sldLayoutId id="2147483681" r:id="rId8"/>
    <p:sldLayoutId id="2147483682" r:id="rId9"/>
    <p:sldLayoutId id="2147483683" r:id="rId10"/>
    <p:sldLayoutId id="2147483684" r:id="rId11"/>
    <p:sldLayoutId id="2147483685"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Futura Cyrillic Book" panose="020B0502020204020303"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Futura Cyrillic Book" panose="020B0502020204020303"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Futura Cyrillic Book" panose="020B0502020204020303"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Futura Cyrillic Book" panose="020B0502020204020303"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Futura Cyrillic Book" panose="020B0502020204020303"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69848" y="484632"/>
            <a:ext cx="10058400" cy="1609344"/>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069848" y="2121408"/>
            <a:ext cx="10058400" cy="405079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964424" y="6272784"/>
            <a:ext cx="3273552" cy="365125"/>
          </a:xfrm>
          <a:prstGeom prst="rect">
            <a:avLst/>
          </a:prstGeom>
        </p:spPr>
        <p:txBody>
          <a:bodyPr vert="horz" lIns="91440" tIns="45720" rIns="91440" bIns="45720" rtlCol="0" anchor="ctr"/>
          <a:lstStyle>
            <a:lvl1pPr algn="r">
              <a:defRPr sz="1100">
                <a:solidFill>
                  <a:schemeClr val="tx2"/>
                </a:solidFill>
              </a:defRPr>
            </a:lvl1pPr>
          </a:lstStyle>
          <a:p>
            <a:fld id="{4EF95999-A99C-46D6-BFDA-AEFA180EA74F}" type="datetimeFigureOut">
              <a:rPr lang="en-US" smtClean="0"/>
              <a:pPr/>
              <a:t>25-May-26</a:t>
            </a:fld>
            <a:endParaRPr lang="en-US"/>
          </a:p>
        </p:txBody>
      </p:sp>
      <p:sp>
        <p:nvSpPr>
          <p:cNvPr id="5" name="Footer Placeholder 4"/>
          <p:cNvSpPr>
            <a:spLocks noGrp="1"/>
          </p:cNvSpPr>
          <p:nvPr>
            <p:ph type="ftr" sz="quarter" idx="3"/>
          </p:nvPr>
        </p:nvSpPr>
        <p:spPr>
          <a:xfrm>
            <a:off x="1088136" y="6272784"/>
            <a:ext cx="6327648" cy="365125"/>
          </a:xfrm>
          <a:prstGeom prst="rect">
            <a:avLst/>
          </a:prstGeom>
        </p:spPr>
        <p:txBody>
          <a:bodyPr vert="horz" lIns="91440" tIns="45720" rIns="91440" bIns="45720" rtlCol="0" anchor="ctr"/>
          <a:lstStyle>
            <a:lvl1pPr algn="l">
              <a:defRPr sz="1100">
                <a:solidFill>
                  <a:schemeClr val="tx2"/>
                </a:solidFill>
              </a:defRPr>
            </a:lvl1pPr>
          </a:lstStyle>
          <a:p>
            <a:endParaRPr lang="en-US"/>
          </a:p>
        </p:txBody>
      </p:sp>
      <p:grpSp>
        <p:nvGrpSpPr>
          <p:cNvPr id="7" name="Group 6"/>
          <p:cNvGrpSpPr>
            <a:grpSpLocks noChangeAspect="1"/>
          </p:cNvGrpSpPr>
          <p:nvPr/>
        </p:nvGrpSpPr>
        <p:grpSpPr>
          <a:xfrm>
            <a:off x="11401725" y="6229681"/>
            <a:ext cx="457200" cy="457200"/>
            <a:chOff x="11361456" y="6195813"/>
            <a:chExt cx="548640" cy="548640"/>
          </a:xfrm>
        </p:grpSpPr>
        <p:sp>
          <p:nvSpPr>
            <p:cNvPr id="8" name="Oval 7"/>
            <p:cNvSpPr/>
            <p:nvPr/>
          </p:nvSpPr>
          <p:spPr>
            <a:xfrm>
              <a:off x="11361456" y="6195813"/>
              <a:ext cx="548640" cy="548640"/>
            </a:xfrm>
            <a:prstGeom prst="ellipse">
              <a:avLst/>
            </a:prstGeom>
            <a:blipFill dpi="0" rotWithShape="1">
              <a:blip r:embed="rId13">
                <a:duotone>
                  <a:schemeClr val="accent1">
                    <a:shade val="45000"/>
                    <a:satMod val="135000"/>
                  </a:schemeClr>
                  <a:prstClr val="white"/>
                </a:duotone>
                <a:extLst>
                  <a:ext uri="{BEBA8EAE-BF5A-486C-A8C5-ECC9F3942E4B}">
                    <a14:imgProps xmlns:a14="http://schemas.microsoft.com/office/drawing/2010/main">
                      <a14:imgLayer r:embed="rId14">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9" name="Oval 8"/>
            <p:cNvSpPr/>
            <p:nvPr/>
          </p:nvSpPr>
          <p:spPr>
            <a:xfrm>
              <a:off x="11396488" y="6230844"/>
              <a:ext cx="478576" cy="478578"/>
            </a:xfrm>
            <a:prstGeom prst="ellipse">
              <a:avLst/>
            </a:prstGeom>
            <a:noFill/>
            <a:ln w="12700" cap="flat" cmpd="sng" algn="ctr">
              <a:solidFill>
                <a:srgbClr val="FFFFFF"/>
              </a:solidFill>
              <a:prstDash val="solid"/>
            </a:ln>
            <a:effectLst/>
          </p:spPr>
        </p:sp>
      </p:grpSp>
      <p:sp>
        <p:nvSpPr>
          <p:cNvPr id="6" name="Slide Number Placeholder 5"/>
          <p:cNvSpPr>
            <a:spLocks noGrp="1"/>
          </p:cNvSpPr>
          <p:nvPr>
            <p:ph type="sldNum" sz="quarter" idx="4"/>
          </p:nvPr>
        </p:nvSpPr>
        <p:spPr>
          <a:xfrm>
            <a:off x="11311128" y="6272784"/>
            <a:ext cx="640080" cy="365125"/>
          </a:xfrm>
          <a:prstGeom prst="rect">
            <a:avLst/>
          </a:prstGeom>
        </p:spPr>
        <p:txBody>
          <a:bodyPr vert="horz" lIns="91440" tIns="45720" rIns="91440" bIns="45720" rtlCol="0" anchor="ctr"/>
          <a:lstStyle>
            <a:lvl1pPr algn="ctr">
              <a:defRPr sz="1400" b="1">
                <a:solidFill>
                  <a:srgbClr val="FFFFFF"/>
                </a:solidFill>
                <a:latin typeface="+mj-lt"/>
              </a:defRPr>
            </a:lvl1pPr>
          </a:lstStyle>
          <a:p>
            <a:fld id="{D1096927-E4BC-4077-9E7B-25FA85E7CDDE}" type="slidenum">
              <a:rPr lang="en-US" smtClean="0"/>
              <a:pPr/>
              <a:t>‹#›</a:t>
            </a:fld>
            <a:endParaRPr lang="en-US"/>
          </a:p>
        </p:txBody>
      </p:sp>
    </p:spTree>
    <p:extLst>
      <p:ext uri="{BB962C8B-B14F-4D97-AF65-F5344CB8AC3E}">
        <p14:creationId xmlns:p14="http://schemas.microsoft.com/office/powerpoint/2010/main" val="76792879"/>
      </p:ext>
    </p:extLst>
  </p:cSld>
  <p:clrMap bg1="lt1" tx1="dk1" bg2="lt2" tx2="dk2" accent1="accent1" accent2="accent2" accent3="accent3" accent4="accent4" accent5="accent5" accent6="accent6" hlink="hlink" folHlink="folHlink"/>
  <p:sldLayoutIdLst>
    <p:sldLayoutId id="2147483735" r:id="rId1"/>
    <p:sldLayoutId id="2147483736" r:id="rId2"/>
    <p:sldLayoutId id="2147483737" r:id="rId3"/>
    <p:sldLayoutId id="2147483738" r:id="rId4"/>
    <p:sldLayoutId id="2147483739" r:id="rId5"/>
    <p:sldLayoutId id="2147483740" r:id="rId6"/>
    <p:sldLayoutId id="2147483741" r:id="rId7"/>
    <p:sldLayoutId id="2147483742" r:id="rId8"/>
    <p:sldLayoutId id="2147483743" r:id="rId9"/>
    <p:sldLayoutId id="2147483744" r:id="rId10"/>
    <p:sldLayoutId id="2147483745" r:id="rId11"/>
  </p:sldLayoutIdLst>
  <p:txStyles>
    <p:titleStyle>
      <a:lvl1pPr algn="l" defTabSz="914400" rtl="0" eaLnBrk="1" latinLnBrk="0" hangingPunct="1">
        <a:lnSpc>
          <a:spcPct val="90000"/>
        </a:lnSpc>
        <a:spcBef>
          <a:spcPct val="0"/>
        </a:spcBef>
        <a:buNone/>
        <a:defRPr sz="5400" kern="1200" cap="all" baseline="0">
          <a:blipFill>
            <a:blip r:embed="rId15">
              <a:extLst>
                <a:ext uri="{28A0092B-C50C-407E-A947-70E740481C1C}">
                  <a14:useLocalDpi xmlns:a14="http://schemas.microsoft.com/office/drawing/2010/main" val="0"/>
                </a:ext>
              </a:extLst>
            </a:blip>
            <a:tile tx="6350" ty="-127000" sx="65000" sy="64000" flip="none" algn="tl"/>
          </a:blipFill>
          <a:latin typeface="+mj-lt"/>
          <a:ea typeface="+mj-ea"/>
          <a:cs typeface="+mj-cs"/>
        </a:defRPr>
      </a:lvl1pPr>
    </p:titleStyle>
    <p:bodyStyle>
      <a:lvl1pPr marL="182880" indent="-182880" algn="l" defTabSz="914400" rtl="0" eaLnBrk="1" latinLnBrk="0" hangingPunct="1">
        <a:lnSpc>
          <a:spcPct val="90000"/>
        </a:lnSpc>
        <a:spcBef>
          <a:spcPts val="1200"/>
        </a:spcBef>
        <a:buClr>
          <a:schemeClr val="accent1">
            <a:lumMod val="75000"/>
          </a:schemeClr>
        </a:buClr>
        <a:buSzPct val="85000"/>
        <a:buFont typeface="Wingdings" pitchFamily="2" charset="2"/>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800" kern="1200">
          <a:solidFill>
            <a:schemeClr val="tx1"/>
          </a:solidFill>
          <a:latin typeface="+mn-lt"/>
          <a:ea typeface="+mn-ea"/>
          <a:cs typeface="+mn-cs"/>
        </a:defRPr>
      </a:lvl2pPr>
      <a:lvl3pPr marL="73152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3pPr>
      <a:lvl4pPr marL="100584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4pPr>
      <a:lvl5pPr marL="128016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5pPr>
      <a:lvl6pPr marL="16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6pPr>
      <a:lvl7pPr marL="19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7pPr>
      <a:lvl8pPr marL="22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8pPr>
      <a:lvl9pPr marL="25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7.xml"/></Relationships>
</file>

<file path=ppt/slides/_rels/slide7.xml.rels><?xml version="1.0" encoding="UTF-8" standalone="yes"?>
<Relationships xmlns="http://schemas.openxmlformats.org/package/2006/relationships"><Relationship Id="rId3" Type="http://schemas.openxmlformats.org/officeDocument/2006/relationships/hyperlink" Target="https://www.ijert.org/smart-traffic-management-system-with-emergency-vehicle-prioritization-and-stolen-vehicle-detection-using-arduino-technology?utm_source=chatgpt.com" TargetMode="External"/><Relationship Id="rId2" Type="http://schemas.openxmlformats.org/officeDocument/2006/relationships/notesSlide" Target="../notesSlides/notesSlide7.xml"/><Relationship Id="rId1" Type="http://schemas.openxmlformats.org/officeDocument/2006/relationships/slideLayout" Target="../slideLayouts/slideLayout37.xml"/></Relationships>
</file>

<file path=ppt/slides/_rels/slide8.xml.rels><?xml version="1.0" encoding="UTF-8" standalone="yes"?>
<Relationships xmlns="http://schemas.openxmlformats.org/package/2006/relationships"><Relationship Id="rId3" Type="http://schemas.openxmlformats.org/officeDocument/2006/relationships/hyperlink" Target="https://www.sciencedirect.com/science/article/pii/S2665917423000338?utm_source=chatgpt.com" TargetMode="External"/><Relationship Id="rId2" Type="http://schemas.openxmlformats.org/officeDocument/2006/relationships/notesSlide" Target="../notesSlides/notesSlide8.xml"/><Relationship Id="rId1" Type="http://schemas.openxmlformats.org/officeDocument/2006/relationships/slideLayout" Target="../slideLayouts/slideLayout37.xml"/></Relationships>
</file>

<file path=ppt/slides/_rels/slide9.xml.rels><?xml version="1.0" encoding="UTF-8" standalone="yes"?>
<Relationships xmlns="http://schemas.openxmlformats.org/package/2006/relationships"><Relationship Id="rId3" Type="http://schemas.openxmlformats.org/officeDocument/2006/relationships/hyperlink" Target="https://www.ijert.org/iot-based-traffic-management-system-prioritizing-emergency-vehicles?utm_source=chatgpt.com" TargetMode="External"/><Relationship Id="rId2" Type="http://schemas.openxmlformats.org/officeDocument/2006/relationships/notesSlide" Target="../notesSlides/notesSlide9.xml"/><Relationship Id="rId1" Type="http://schemas.openxmlformats.org/officeDocument/2006/relationships/slideLayout" Target="../slideLayouts/slideLayout37.xml"/></Relationships>
</file>

<file path=ppt/slides/_rels/slide10.xml.rels><?xml version="1.0" encoding="UTF-8" standalone="yes"?>
<Relationships xmlns="http://schemas.openxmlformats.org/package/2006/relationships"><Relationship Id="rId3" Type="http://schemas.openxmlformats.org/officeDocument/2006/relationships/hyperlink" Target="https://ijireeice.com/papers/iot-based-emergency-and-theft-vehicle-identification-in-traffic-system-using-rfid/?utm_source=chatgpt.com" TargetMode="External"/><Relationship Id="rId2" Type="http://schemas.openxmlformats.org/officeDocument/2006/relationships/notesSlide" Target="../notesSlides/notesSlide10.xml"/><Relationship Id="rId1" Type="http://schemas.openxmlformats.org/officeDocument/2006/relationships/slideLayout" Target="../slideLayouts/slideLayout37.xml"/></Relationships>
</file>

<file path=ppt/slides/_rels/slide11.xml.rels><?xml version="1.0" encoding="UTF-8" standalone="yes"?>
<Relationships xmlns="http://schemas.openxmlformats.org/package/2006/relationships"><Relationship Id="rId3" Type="http://schemas.openxmlformats.org/officeDocument/2006/relationships/hyperlink" Target="https://ijetms.in/Vol-7-issue-3/Vol-7-Issue-3-34.html?utm_source=chatgpt.com" TargetMode="External"/><Relationship Id="rId2" Type="http://schemas.openxmlformats.org/officeDocument/2006/relationships/notesSlide" Target="../notesSlides/notesSlide11.xml"/><Relationship Id="rId1" Type="http://schemas.openxmlformats.org/officeDocument/2006/relationships/slideLayout" Target="../slideLayouts/slideLayout3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7.xml"/></Relationships>
</file>

<file path=ppt/slides/_rels/slide1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6.xml"/><Relationship Id="rId1" Type="http://schemas.openxmlformats.org/officeDocument/2006/relationships/slideLayout" Target="../slideLayouts/slideLayout37.xml"/></Relationships>
</file>

<file path=ppt/slides/_rels/slide1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7.xml"/><Relationship Id="rId1" Type="http://schemas.openxmlformats.org/officeDocument/2006/relationships/slideLayout" Target="../slideLayouts/slideLayout37.xml"/></Relationships>
</file>

<file path=ppt/slides/_rels/slide18.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18.xml"/><Relationship Id="rId1" Type="http://schemas.openxmlformats.org/officeDocument/2006/relationships/slideLayout" Target="../slideLayouts/slideLayout3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37.xml"/></Relationships>
</file>

<file path=ppt/slides/_rels/slide2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2.xml"/><Relationship Id="rId1" Type="http://schemas.openxmlformats.org/officeDocument/2006/relationships/slideLayout" Target="../slideLayouts/slideLayout37.xml"/></Relationships>
</file>

<file path=ppt/slides/_rels/slide23.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23.xml"/><Relationship Id="rId1" Type="http://schemas.openxmlformats.org/officeDocument/2006/relationships/slideLayout" Target="../slideLayouts/slideLayout37.xml"/><Relationship Id="rId6" Type="http://schemas.openxmlformats.org/officeDocument/2006/relationships/image" Target="../media/image14.jpeg"/><Relationship Id="rId5" Type="http://schemas.openxmlformats.org/officeDocument/2006/relationships/image" Target="../media/image13.jpeg"/><Relationship Id="rId4" Type="http://schemas.openxmlformats.org/officeDocument/2006/relationships/image" Target="../media/image12.jpeg"/></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37.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37.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37.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37.xml"/></Relationships>
</file>

<file path=ppt/slides/_rels/slide2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8.xml"/><Relationship Id="rId1" Type="http://schemas.openxmlformats.org/officeDocument/2006/relationships/slideLayout" Target="../slideLayouts/slideLayout37.xml"/><Relationship Id="rId4" Type="http://schemas.openxmlformats.org/officeDocument/2006/relationships/image" Target="../media/image16.png"/></Relationships>
</file>

<file path=ppt/slides/_rels/slide2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9.xml"/><Relationship Id="rId1" Type="http://schemas.openxmlformats.org/officeDocument/2006/relationships/slideLayout" Target="../slideLayouts/slideLayout37.xml"/><Relationship Id="rId4" Type="http://schemas.openxmlformats.org/officeDocument/2006/relationships/image" Target="../media/image18.png"/></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37.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37.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37.xml"/></Relationships>
</file>

<file path=ppt/slides/_rels/slide3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33.xml"/><Relationship Id="rId1" Type="http://schemas.openxmlformats.org/officeDocument/2006/relationships/slideLayout" Target="../slideLayouts/slideLayout37.xml"/><Relationship Id="rId5" Type="http://schemas.openxmlformats.org/officeDocument/2006/relationships/image" Target="../media/image21.png"/><Relationship Id="rId4" Type="http://schemas.openxmlformats.org/officeDocument/2006/relationships/image" Target="../media/image20.png"/></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37.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37.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37.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37.xml"/></Relationships>
</file>

<file path=ppt/slides/_rels/slide38.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38.xml"/><Relationship Id="rId1" Type="http://schemas.openxmlformats.org/officeDocument/2006/relationships/slideLayout" Target="../slideLayouts/slideLayout37.xml"/><Relationship Id="rId5" Type="http://schemas.openxmlformats.org/officeDocument/2006/relationships/image" Target="../media/image24.jpg"/><Relationship Id="rId4" Type="http://schemas.openxmlformats.org/officeDocument/2006/relationships/image" Target="../media/image23.jpg"/></Relationships>
</file>

<file path=ppt/slides/_rels/slide39.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39.xml"/><Relationship Id="rId1" Type="http://schemas.openxmlformats.org/officeDocument/2006/relationships/slideLayout" Target="../slideLayouts/slideLayout37.xml"/><Relationship Id="rId5" Type="http://schemas.openxmlformats.org/officeDocument/2006/relationships/image" Target="../media/image27.jpeg"/><Relationship Id="rId4" Type="http://schemas.openxmlformats.org/officeDocument/2006/relationships/image" Target="../media/image26.png"/></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37.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37.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37.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37.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37.xml"/></Relationships>
</file>

<file path=ppt/slides/_rels/slide45.xml.rels><?xml version="1.0" encoding="UTF-8" standalone="yes"?>
<Relationships xmlns="http://schemas.openxmlformats.org/package/2006/relationships"><Relationship Id="rId3" Type="http://schemas.openxmlformats.org/officeDocument/2006/relationships/hyperlink" Target="https://www.mdpi.com/1424-8220/25/13/4126" TargetMode="External"/><Relationship Id="rId2" Type="http://schemas.openxmlformats.org/officeDocument/2006/relationships/notesSlide" Target="../notesSlides/notesSlide45.xml"/><Relationship Id="rId1" Type="http://schemas.openxmlformats.org/officeDocument/2006/relationships/slideLayout" Target="../slideLayouts/slideLayout37.xml"/><Relationship Id="rId6" Type="http://schemas.openxmlformats.org/officeDocument/2006/relationships/hyperlink" Target="https://ssrn.com/abstract=5414064" TargetMode="External"/><Relationship Id="rId5" Type="http://schemas.openxmlformats.org/officeDocument/2006/relationships/hyperlink" Target="https://arxiv.org/abs/2403.13639" TargetMode="External"/><Relationship Id="rId4" Type="http://schemas.openxmlformats.org/officeDocument/2006/relationships/hyperlink" Target="https://arxiv.org/abs/2503.02189" TargetMode="External"/></Relationships>
</file>

<file path=ppt/slides/_rels/slide46.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46.xml"/><Relationship Id="rId1" Type="http://schemas.openxmlformats.org/officeDocument/2006/relationships/slideLayout" Target="../slideLayouts/slideLayout37.xml"/><Relationship Id="rId5" Type="http://schemas.openxmlformats.org/officeDocument/2006/relationships/image" Target="../media/image29.jpeg"/><Relationship Id="rId4" Type="http://schemas.openxmlformats.org/officeDocument/2006/relationships/hyperlink" Target="https://www.flickr.com/photos/signote/6102820227"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6D94B9-8F7E-AE26-44FE-F630A5EC3241}"/>
            </a:ext>
          </a:extLst>
        </p:cNvPr>
        <p:cNvGrpSpPr/>
        <p:nvPr/>
      </p:nvGrpSpPr>
      <p:grpSpPr>
        <a:xfrm>
          <a:off x="0" y="0"/>
          <a:ext cx="0" cy="0"/>
          <a:chOff x="0" y="0"/>
          <a:chExt cx="0" cy="0"/>
        </a:xfrm>
      </p:grpSpPr>
      <p:sp>
        <p:nvSpPr>
          <p:cNvPr id="5" name="Rectangle">
            <a:extLst>
              <a:ext uri="{FF2B5EF4-FFF2-40B4-BE49-F238E27FC236}">
                <a16:creationId xmlns:a16="http://schemas.microsoft.com/office/drawing/2014/main" id="{08EB05AA-81A1-62F8-65FB-553814C229DE}"/>
              </a:ext>
            </a:extLst>
          </p:cNvPr>
          <p:cNvSpPr/>
          <p:nvPr/>
        </p:nvSpPr>
        <p:spPr>
          <a:xfrm flipH="1">
            <a:off x="-24000" y="-2"/>
            <a:ext cx="2469463" cy="6858000"/>
          </a:xfrm>
          <a:prstGeom prst="rect">
            <a:avLst/>
          </a:prstGeom>
          <a:solidFill>
            <a:srgbClr val="F28E01"/>
          </a:solidFill>
          <a:ln w="12700">
            <a:miter lim="400000"/>
          </a:ln>
        </p:spPr>
        <p:txBody>
          <a:bodyPr lIns="50800" tIns="50800" rIns="50800" bIns="50800" anchor="ctr"/>
          <a:lstStyle/>
          <a:p>
            <a:pPr defTabSz="1130300">
              <a:defRPr sz="3200">
                <a:solidFill>
                  <a:srgbClr val="FFFFFF"/>
                </a:solidFill>
                <a:latin typeface="Graphik"/>
                <a:ea typeface="Graphik"/>
                <a:cs typeface="Graphik"/>
                <a:sym typeface="Graphik"/>
              </a:defRPr>
            </a:pPr>
            <a:endParaRPr sz="3200" baseline="-25000"/>
          </a:p>
        </p:txBody>
      </p:sp>
      <p:sp>
        <p:nvSpPr>
          <p:cNvPr id="8" name="Rectangle">
            <a:extLst>
              <a:ext uri="{FF2B5EF4-FFF2-40B4-BE49-F238E27FC236}">
                <a16:creationId xmlns:a16="http://schemas.microsoft.com/office/drawing/2014/main" id="{07AD87BB-A58B-6DE4-08BD-8A1C3967C4BF}"/>
              </a:ext>
            </a:extLst>
          </p:cNvPr>
          <p:cNvSpPr/>
          <p:nvPr/>
        </p:nvSpPr>
        <p:spPr>
          <a:xfrm flipH="1">
            <a:off x="11496000" y="1"/>
            <a:ext cx="257907" cy="6858000"/>
          </a:xfrm>
          <a:prstGeom prst="rect">
            <a:avLst/>
          </a:prstGeom>
          <a:solidFill>
            <a:srgbClr val="F28E01"/>
          </a:solidFill>
          <a:ln w="12700">
            <a:miter lim="400000"/>
          </a:ln>
        </p:spPr>
        <p:txBody>
          <a:bodyPr lIns="50800" tIns="50800" rIns="50800" bIns="50800" anchor="ctr"/>
          <a:lstStyle/>
          <a:p>
            <a:pPr defTabSz="1130300">
              <a:defRPr sz="3300">
                <a:solidFill>
                  <a:srgbClr val="FFFFFF"/>
                </a:solidFill>
                <a:latin typeface="Graphik"/>
                <a:ea typeface="Graphik"/>
                <a:cs typeface="Graphik"/>
                <a:sym typeface="Graphik"/>
              </a:defRPr>
            </a:pPr>
            <a:endParaRPr sz="3300"/>
          </a:p>
        </p:txBody>
      </p:sp>
      <p:sp>
        <p:nvSpPr>
          <p:cNvPr id="14" name="Title 1">
            <a:extLst>
              <a:ext uri="{FF2B5EF4-FFF2-40B4-BE49-F238E27FC236}">
                <a16:creationId xmlns:a16="http://schemas.microsoft.com/office/drawing/2014/main" id="{F47D7A53-B139-AFE2-D04C-3456568F350C}"/>
              </a:ext>
            </a:extLst>
          </p:cNvPr>
          <p:cNvSpPr>
            <a:spLocks noGrp="1"/>
          </p:cNvSpPr>
          <p:nvPr>
            <p:ph type="title"/>
          </p:nvPr>
        </p:nvSpPr>
        <p:spPr>
          <a:xfrm>
            <a:off x="2587662" y="152400"/>
            <a:ext cx="8762288" cy="1143000"/>
          </a:xfrm>
        </p:spPr>
        <p:txBody>
          <a:bodyPr>
            <a:normAutofit/>
          </a:bodyPr>
          <a:lstStyle/>
          <a:p>
            <a:r>
              <a:rPr lang="en-IN" sz="4000" b="1" dirty="0"/>
              <a:t>CONTENTS/AGENDA</a:t>
            </a:r>
          </a:p>
        </p:txBody>
      </p:sp>
      <p:graphicFrame>
        <p:nvGraphicFramePr>
          <p:cNvPr id="7" name="Content Placeholder 6">
            <a:extLst>
              <a:ext uri="{FF2B5EF4-FFF2-40B4-BE49-F238E27FC236}">
                <a16:creationId xmlns:a16="http://schemas.microsoft.com/office/drawing/2014/main" id="{A33DD39F-9DE1-086F-DE18-B78118BE5C4A}"/>
              </a:ext>
            </a:extLst>
          </p:cNvPr>
          <p:cNvGraphicFramePr>
            <a:graphicFrameLocks noGrp="1"/>
          </p:cNvGraphicFramePr>
          <p:nvPr>
            <p:ph idx="1"/>
            <p:extLst>
              <p:ext uri="{D42A27DB-BD31-4B8C-83A1-F6EECF244321}">
                <p14:modId xmlns:p14="http://schemas.microsoft.com/office/powerpoint/2010/main" val="2718019853"/>
              </p:ext>
            </p:extLst>
          </p:nvPr>
        </p:nvGraphicFramePr>
        <p:xfrm>
          <a:off x="2591513" y="1295400"/>
          <a:ext cx="8762288" cy="5486400"/>
        </p:xfrm>
        <a:graphic>
          <a:graphicData uri="http://schemas.openxmlformats.org/drawingml/2006/table">
            <a:tbl>
              <a:tblPr firstRow="1" bandRow="1">
                <a:tableStyleId>{5C22544A-7EE6-4342-B048-85BDC9FD1C3A}</a:tableStyleId>
              </a:tblPr>
              <a:tblGrid>
                <a:gridCol w="1294687">
                  <a:extLst>
                    <a:ext uri="{9D8B030D-6E8A-4147-A177-3AD203B41FA5}">
                      <a16:colId xmlns:a16="http://schemas.microsoft.com/office/drawing/2014/main" val="2224252736"/>
                    </a:ext>
                  </a:extLst>
                </a:gridCol>
                <a:gridCol w="7467601">
                  <a:extLst>
                    <a:ext uri="{9D8B030D-6E8A-4147-A177-3AD203B41FA5}">
                      <a16:colId xmlns:a16="http://schemas.microsoft.com/office/drawing/2014/main" val="229199432"/>
                    </a:ext>
                  </a:extLst>
                </a:gridCol>
              </a:tblGrid>
              <a:tr h="450850">
                <a:tc>
                  <a:txBody>
                    <a:bodyPr/>
                    <a:lstStyle/>
                    <a:p>
                      <a:pPr algn="ctr"/>
                      <a:r>
                        <a:rPr lang="en-IN" sz="2400" dirty="0"/>
                        <a:t>Sl. No</a:t>
                      </a:r>
                    </a:p>
                  </a:txBody>
                  <a:tcPr/>
                </a:tc>
                <a:tc>
                  <a:txBody>
                    <a:bodyPr/>
                    <a:lstStyle/>
                    <a:p>
                      <a:pPr algn="ctr"/>
                      <a:r>
                        <a:rPr lang="en-IN" sz="2400" dirty="0"/>
                        <a:t>CONTENTS / AGENDA</a:t>
                      </a:r>
                    </a:p>
                  </a:txBody>
                  <a:tcPr/>
                </a:tc>
                <a:extLst>
                  <a:ext uri="{0D108BD9-81ED-4DB2-BD59-A6C34878D82A}">
                    <a16:rowId xmlns:a16="http://schemas.microsoft.com/office/drawing/2014/main" val="2143103465"/>
                  </a:ext>
                </a:extLst>
              </a:tr>
              <a:tr h="450850">
                <a:tc>
                  <a:txBody>
                    <a:bodyPr/>
                    <a:lstStyle/>
                    <a:p>
                      <a:pPr algn="ctr"/>
                      <a:r>
                        <a:rPr lang="en-IN" sz="2400" dirty="0"/>
                        <a:t>1</a:t>
                      </a:r>
                    </a:p>
                  </a:txBody>
                  <a:tcPr/>
                </a:tc>
                <a:tc>
                  <a:txBody>
                    <a:bodyPr/>
                    <a:lstStyle/>
                    <a:p>
                      <a:pPr algn="just"/>
                      <a:r>
                        <a:rPr lang="en-IN" sz="2400" dirty="0"/>
                        <a:t>Introduction</a:t>
                      </a:r>
                    </a:p>
                  </a:txBody>
                  <a:tcPr/>
                </a:tc>
                <a:extLst>
                  <a:ext uri="{0D108BD9-81ED-4DB2-BD59-A6C34878D82A}">
                    <a16:rowId xmlns:a16="http://schemas.microsoft.com/office/drawing/2014/main" val="1303511602"/>
                  </a:ext>
                </a:extLst>
              </a:tr>
              <a:tr h="450850">
                <a:tc>
                  <a:txBody>
                    <a:bodyPr/>
                    <a:lstStyle/>
                    <a:p>
                      <a:pPr algn="ctr"/>
                      <a:r>
                        <a:rPr lang="en-IN" sz="2400" dirty="0"/>
                        <a:t>2</a:t>
                      </a:r>
                    </a:p>
                  </a:txBody>
                  <a:tcPr/>
                </a:tc>
                <a:tc>
                  <a:txBody>
                    <a:bodyPr/>
                    <a:lstStyle/>
                    <a:p>
                      <a:pPr algn="just"/>
                      <a:r>
                        <a:rPr lang="en-IN" sz="2400" dirty="0"/>
                        <a:t>Literature survey</a:t>
                      </a:r>
                    </a:p>
                  </a:txBody>
                  <a:tcPr/>
                </a:tc>
                <a:extLst>
                  <a:ext uri="{0D108BD9-81ED-4DB2-BD59-A6C34878D82A}">
                    <a16:rowId xmlns:a16="http://schemas.microsoft.com/office/drawing/2014/main" val="276660699"/>
                  </a:ext>
                </a:extLst>
              </a:tr>
              <a:tr h="450850">
                <a:tc>
                  <a:txBody>
                    <a:bodyPr/>
                    <a:lstStyle/>
                    <a:p>
                      <a:pPr algn="ctr"/>
                      <a:r>
                        <a:rPr lang="en-IN" sz="2400" dirty="0"/>
                        <a:t>3</a:t>
                      </a:r>
                    </a:p>
                  </a:txBody>
                  <a:tcPr/>
                </a:tc>
                <a:tc>
                  <a:txBody>
                    <a:bodyPr/>
                    <a:lstStyle/>
                    <a:p>
                      <a:pPr algn="just"/>
                      <a:r>
                        <a:rPr lang="en-IN" sz="2400" dirty="0"/>
                        <a:t>Problem statement</a:t>
                      </a:r>
                    </a:p>
                  </a:txBody>
                  <a:tcPr/>
                </a:tc>
                <a:extLst>
                  <a:ext uri="{0D108BD9-81ED-4DB2-BD59-A6C34878D82A}">
                    <a16:rowId xmlns:a16="http://schemas.microsoft.com/office/drawing/2014/main" val="4029123366"/>
                  </a:ext>
                </a:extLst>
              </a:tr>
              <a:tr h="450850">
                <a:tc>
                  <a:txBody>
                    <a:bodyPr/>
                    <a:lstStyle/>
                    <a:p>
                      <a:pPr algn="ctr"/>
                      <a:r>
                        <a:rPr lang="en-IN" sz="2400" dirty="0"/>
                        <a:t>4</a:t>
                      </a:r>
                    </a:p>
                  </a:txBody>
                  <a:tcPr/>
                </a:tc>
                <a:tc>
                  <a:txBody>
                    <a:bodyPr/>
                    <a:lstStyle/>
                    <a:p>
                      <a:pPr algn="just"/>
                      <a:r>
                        <a:rPr lang="en-IN" sz="2400" dirty="0"/>
                        <a:t>Proposed methodology and Project Objectives </a:t>
                      </a:r>
                    </a:p>
                  </a:txBody>
                  <a:tcPr/>
                </a:tc>
                <a:extLst>
                  <a:ext uri="{0D108BD9-81ED-4DB2-BD59-A6C34878D82A}">
                    <a16:rowId xmlns:a16="http://schemas.microsoft.com/office/drawing/2014/main" val="3701413534"/>
                  </a:ext>
                </a:extLst>
              </a:tr>
              <a:tr h="450850">
                <a:tc>
                  <a:txBody>
                    <a:bodyPr/>
                    <a:lstStyle/>
                    <a:p>
                      <a:pPr algn="ctr"/>
                      <a:r>
                        <a:rPr lang="en-IN" sz="2400" dirty="0"/>
                        <a:t>5</a:t>
                      </a:r>
                    </a:p>
                  </a:txBody>
                  <a:tcPr/>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IN" sz="2400" dirty="0"/>
                        <a:t>Requirement specification</a:t>
                      </a:r>
                    </a:p>
                  </a:txBody>
                  <a:tcPr/>
                </a:tc>
                <a:extLst>
                  <a:ext uri="{0D108BD9-81ED-4DB2-BD59-A6C34878D82A}">
                    <a16:rowId xmlns:a16="http://schemas.microsoft.com/office/drawing/2014/main" val="3079876829"/>
                  </a:ext>
                </a:extLst>
              </a:tr>
              <a:tr h="450850">
                <a:tc>
                  <a:txBody>
                    <a:bodyPr/>
                    <a:lstStyle/>
                    <a:p>
                      <a:pPr algn="ctr"/>
                      <a:r>
                        <a:rPr lang="en-IN" sz="2400" dirty="0"/>
                        <a:t>6</a:t>
                      </a:r>
                    </a:p>
                  </a:txBody>
                  <a:tcPr/>
                </a:tc>
                <a:tc>
                  <a:txBody>
                    <a:bodyPr/>
                    <a:lstStyle/>
                    <a:p>
                      <a:pPr algn="just"/>
                      <a:r>
                        <a:rPr lang="en-IN" sz="2400" dirty="0"/>
                        <a:t>Project Design</a:t>
                      </a:r>
                    </a:p>
                  </a:txBody>
                  <a:tcPr/>
                </a:tc>
                <a:extLst>
                  <a:ext uri="{0D108BD9-81ED-4DB2-BD59-A6C34878D82A}">
                    <a16:rowId xmlns:a16="http://schemas.microsoft.com/office/drawing/2014/main" val="1349315386"/>
                  </a:ext>
                </a:extLst>
              </a:tr>
              <a:tr h="450850">
                <a:tc>
                  <a:txBody>
                    <a:bodyPr/>
                    <a:lstStyle/>
                    <a:p>
                      <a:pPr algn="ctr"/>
                      <a:r>
                        <a:rPr lang="en-IN" sz="2400" dirty="0"/>
                        <a:t>7</a:t>
                      </a:r>
                    </a:p>
                  </a:txBody>
                  <a:tcPr/>
                </a:tc>
                <a:tc>
                  <a:txBody>
                    <a:bodyPr/>
                    <a:lstStyle/>
                    <a:p>
                      <a:pPr algn="just"/>
                      <a:r>
                        <a:rPr lang="en-IN" sz="2400" dirty="0"/>
                        <a:t>Project Implementation</a:t>
                      </a:r>
                    </a:p>
                  </a:txBody>
                  <a:tcPr/>
                </a:tc>
                <a:extLst>
                  <a:ext uri="{0D108BD9-81ED-4DB2-BD59-A6C34878D82A}">
                    <a16:rowId xmlns:a16="http://schemas.microsoft.com/office/drawing/2014/main" val="3711205587"/>
                  </a:ext>
                </a:extLst>
              </a:tr>
              <a:tr h="450850">
                <a:tc>
                  <a:txBody>
                    <a:bodyPr/>
                    <a:lstStyle/>
                    <a:p>
                      <a:pPr algn="ctr"/>
                      <a:r>
                        <a:rPr lang="en-IN" sz="2400" dirty="0"/>
                        <a:t>8</a:t>
                      </a:r>
                    </a:p>
                  </a:txBody>
                  <a:tcPr/>
                </a:tc>
                <a:tc>
                  <a:txBody>
                    <a:bodyPr/>
                    <a:lstStyle/>
                    <a:p>
                      <a:pPr algn="just"/>
                      <a:r>
                        <a:rPr lang="en-IN" sz="2400" dirty="0"/>
                        <a:t>Project Testing</a:t>
                      </a:r>
                    </a:p>
                  </a:txBody>
                  <a:tcPr/>
                </a:tc>
                <a:extLst>
                  <a:ext uri="{0D108BD9-81ED-4DB2-BD59-A6C34878D82A}">
                    <a16:rowId xmlns:a16="http://schemas.microsoft.com/office/drawing/2014/main" val="1270884305"/>
                  </a:ext>
                </a:extLst>
              </a:tr>
              <a:tr h="450850">
                <a:tc>
                  <a:txBody>
                    <a:bodyPr/>
                    <a:lstStyle/>
                    <a:p>
                      <a:pPr algn="ctr"/>
                      <a:r>
                        <a:rPr lang="en-IN" sz="2400" dirty="0"/>
                        <a:t>9</a:t>
                      </a:r>
                    </a:p>
                  </a:txBody>
                  <a:tcPr/>
                </a:tc>
                <a:tc>
                  <a:txBody>
                    <a:bodyPr/>
                    <a:lstStyle/>
                    <a:p>
                      <a:pPr algn="just"/>
                      <a:r>
                        <a:rPr lang="en-IN" sz="2400" dirty="0"/>
                        <a:t>Results &amp; Discussions</a:t>
                      </a:r>
                    </a:p>
                  </a:txBody>
                  <a:tcPr/>
                </a:tc>
                <a:extLst>
                  <a:ext uri="{0D108BD9-81ED-4DB2-BD59-A6C34878D82A}">
                    <a16:rowId xmlns:a16="http://schemas.microsoft.com/office/drawing/2014/main" val="520596754"/>
                  </a:ext>
                </a:extLst>
              </a:tr>
              <a:tr h="450850">
                <a:tc>
                  <a:txBody>
                    <a:bodyPr/>
                    <a:lstStyle/>
                    <a:p>
                      <a:pPr algn="ctr"/>
                      <a:r>
                        <a:rPr lang="en-IN" sz="2400" dirty="0"/>
                        <a:t>10</a:t>
                      </a:r>
                    </a:p>
                  </a:txBody>
                  <a:tcPr/>
                </a:tc>
                <a:tc>
                  <a:txBody>
                    <a:bodyPr/>
                    <a:lstStyle/>
                    <a:p>
                      <a:pPr algn="just"/>
                      <a:r>
                        <a:rPr lang="en-IN" sz="2400" dirty="0"/>
                        <a:t>Conclusion and Future Scope</a:t>
                      </a:r>
                    </a:p>
                  </a:txBody>
                  <a:tcPr/>
                </a:tc>
                <a:extLst>
                  <a:ext uri="{0D108BD9-81ED-4DB2-BD59-A6C34878D82A}">
                    <a16:rowId xmlns:a16="http://schemas.microsoft.com/office/drawing/2014/main" val="3006918912"/>
                  </a:ext>
                </a:extLst>
              </a:tr>
              <a:tr h="450850">
                <a:tc>
                  <a:txBody>
                    <a:bodyPr/>
                    <a:lstStyle/>
                    <a:p>
                      <a:pPr algn="ctr"/>
                      <a:r>
                        <a:rPr lang="en-IN" sz="2400" dirty="0"/>
                        <a:t>11</a:t>
                      </a:r>
                    </a:p>
                  </a:txBody>
                  <a:tcPr/>
                </a:tc>
                <a:tc>
                  <a:txBody>
                    <a:bodyPr/>
                    <a:lstStyle/>
                    <a:p>
                      <a:pPr algn="just"/>
                      <a:r>
                        <a:rPr lang="en-IN" sz="2400" dirty="0"/>
                        <a:t>References</a:t>
                      </a:r>
                    </a:p>
                  </a:txBody>
                  <a:tcPr/>
                </a:tc>
                <a:extLst>
                  <a:ext uri="{0D108BD9-81ED-4DB2-BD59-A6C34878D82A}">
                    <a16:rowId xmlns:a16="http://schemas.microsoft.com/office/drawing/2014/main" val="1149470122"/>
                  </a:ext>
                </a:extLst>
              </a:tr>
            </a:tbl>
          </a:graphicData>
        </a:graphic>
      </p:graphicFrame>
    </p:spTree>
    <p:extLst>
      <p:ext uri="{BB962C8B-B14F-4D97-AF65-F5344CB8AC3E}">
        <p14:creationId xmlns:p14="http://schemas.microsoft.com/office/powerpoint/2010/main" val="3098527883"/>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with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ppt_x"/>
                                          </p:val>
                                        </p:tav>
                                        <p:tav tm="100000">
                                          <p:val>
                                            <p:strVal val="#ppt_x"/>
                                          </p:val>
                                        </p:tav>
                                      </p:tavLst>
                                    </p:anim>
                                    <p:anim calcmode="lin" valueType="num">
                                      <p:cBhvr additive="base">
                                        <p:cTn id="8"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669E2E-F2E6-47CA-D75D-57D683BA42A2}"/>
            </a:ext>
          </a:extLst>
        </p:cNvPr>
        <p:cNvGrpSpPr/>
        <p:nvPr/>
      </p:nvGrpSpPr>
      <p:grpSpPr>
        <a:xfrm>
          <a:off x="0" y="0"/>
          <a:ext cx="0" cy="0"/>
          <a:chOff x="0" y="0"/>
          <a:chExt cx="0" cy="0"/>
        </a:xfrm>
      </p:grpSpPr>
      <p:sp>
        <p:nvSpPr>
          <p:cNvPr id="5" name="Rectangle">
            <a:extLst>
              <a:ext uri="{FF2B5EF4-FFF2-40B4-BE49-F238E27FC236}">
                <a16:creationId xmlns:a16="http://schemas.microsoft.com/office/drawing/2014/main" id="{91948B64-FC86-0D9F-5A90-662FE7351327}"/>
              </a:ext>
            </a:extLst>
          </p:cNvPr>
          <p:cNvSpPr/>
          <p:nvPr/>
        </p:nvSpPr>
        <p:spPr>
          <a:xfrm flipH="1">
            <a:off x="-24000" y="-2"/>
            <a:ext cx="2469463" cy="6858000"/>
          </a:xfrm>
          <a:prstGeom prst="rect">
            <a:avLst/>
          </a:prstGeom>
          <a:solidFill>
            <a:srgbClr val="F28E01"/>
          </a:solidFill>
          <a:ln w="12700">
            <a:miter lim="400000"/>
          </a:ln>
        </p:spPr>
        <p:txBody>
          <a:bodyPr lIns="50800" tIns="50800" rIns="50800" bIns="50800" anchor="ctr"/>
          <a:lstStyle/>
          <a:p>
            <a:pPr defTabSz="1130300">
              <a:defRPr sz="3200">
                <a:solidFill>
                  <a:srgbClr val="FFFFFF"/>
                </a:solidFill>
                <a:latin typeface="Graphik"/>
                <a:ea typeface="Graphik"/>
                <a:cs typeface="Graphik"/>
                <a:sym typeface="Graphik"/>
              </a:defRPr>
            </a:pPr>
            <a:endParaRPr sz="3200" baseline="-25000"/>
          </a:p>
        </p:txBody>
      </p:sp>
      <p:sp>
        <p:nvSpPr>
          <p:cNvPr id="8" name="Rectangle">
            <a:extLst>
              <a:ext uri="{FF2B5EF4-FFF2-40B4-BE49-F238E27FC236}">
                <a16:creationId xmlns:a16="http://schemas.microsoft.com/office/drawing/2014/main" id="{9352AC71-3314-FD27-E3FB-3FF024289549}"/>
              </a:ext>
            </a:extLst>
          </p:cNvPr>
          <p:cNvSpPr/>
          <p:nvPr/>
        </p:nvSpPr>
        <p:spPr>
          <a:xfrm flipH="1">
            <a:off x="11496000" y="1"/>
            <a:ext cx="257907" cy="6858000"/>
          </a:xfrm>
          <a:prstGeom prst="rect">
            <a:avLst/>
          </a:prstGeom>
          <a:solidFill>
            <a:srgbClr val="F28E01"/>
          </a:solidFill>
          <a:ln w="12700">
            <a:miter lim="400000"/>
          </a:ln>
        </p:spPr>
        <p:txBody>
          <a:bodyPr lIns="50800" tIns="50800" rIns="50800" bIns="50800" anchor="ctr"/>
          <a:lstStyle/>
          <a:p>
            <a:pPr defTabSz="1130300">
              <a:defRPr sz="3300">
                <a:solidFill>
                  <a:srgbClr val="FFFFFF"/>
                </a:solidFill>
                <a:latin typeface="Graphik"/>
                <a:ea typeface="Graphik"/>
                <a:cs typeface="Graphik"/>
                <a:sym typeface="Graphik"/>
              </a:defRPr>
            </a:pPr>
            <a:endParaRPr sz="3300"/>
          </a:p>
        </p:txBody>
      </p:sp>
      <p:sp>
        <p:nvSpPr>
          <p:cNvPr id="15" name="Content Placeholder 2">
            <a:extLst>
              <a:ext uri="{FF2B5EF4-FFF2-40B4-BE49-F238E27FC236}">
                <a16:creationId xmlns:a16="http://schemas.microsoft.com/office/drawing/2014/main" id="{C1F0307C-7490-FC4C-0DF6-46E3A62A49B0}"/>
              </a:ext>
            </a:extLst>
          </p:cNvPr>
          <p:cNvSpPr>
            <a:spLocks noGrp="1"/>
          </p:cNvSpPr>
          <p:nvPr>
            <p:ph idx="1"/>
          </p:nvPr>
        </p:nvSpPr>
        <p:spPr>
          <a:xfrm>
            <a:off x="2743199" y="381000"/>
            <a:ext cx="8443337" cy="6172199"/>
          </a:xfrm>
        </p:spPr>
        <p:txBody>
          <a:bodyPr>
            <a:normAutofit/>
          </a:bodyPr>
          <a:lstStyle/>
          <a:p>
            <a:pPr>
              <a:buNone/>
            </a:pPr>
            <a:endParaRPr lang="en-IN" dirty="0"/>
          </a:p>
          <a:p>
            <a:pPr marL="0" indent="0">
              <a:buNone/>
            </a:pPr>
            <a:endParaRPr lang="en-IN" dirty="0"/>
          </a:p>
          <a:p>
            <a:pPr marL="0" indent="0" algn="ctr">
              <a:buNone/>
            </a:pPr>
            <a:endParaRPr lang="en-US" dirty="0"/>
          </a:p>
          <a:p>
            <a:pPr marL="0" indent="0" algn="ctr">
              <a:buNone/>
            </a:pPr>
            <a:endParaRPr lang="en-US" dirty="0"/>
          </a:p>
          <a:p>
            <a:pPr marL="0" indent="0" algn="ctr">
              <a:buNone/>
            </a:pPr>
            <a:endParaRPr lang="en-US" dirty="0"/>
          </a:p>
          <a:p>
            <a:pPr marL="0" indent="0" algn="ctr">
              <a:buNone/>
            </a:pPr>
            <a:r>
              <a:rPr lang="en-US" sz="5400" b="1" dirty="0"/>
              <a:t>1. </a:t>
            </a:r>
            <a:r>
              <a:rPr lang="en-IN" sz="5400" b="1" dirty="0"/>
              <a:t>INTRODUCTION</a:t>
            </a:r>
          </a:p>
        </p:txBody>
      </p:sp>
    </p:spTree>
    <p:extLst>
      <p:ext uri="{BB962C8B-B14F-4D97-AF65-F5344CB8AC3E}">
        <p14:creationId xmlns:p14="http://schemas.microsoft.com/office/powerpoint/2010/main" val="2947125759"/>
      </p:ext>
    </p:extLst>
  </p:cSld>
  <p:clrMapOvr>
    <a:masterClrMapping/>
  </p:clrMapOvr>
  <p:transition spd="med">
    <p:pull/>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53C76F-0D64-2733-A139-9967DA286521}"/>
            </a:ext>
          </a:extLst>
        </p:cNvPr>
        <p:cNvGrpSpPr/>
        <p:nvPr/>
      </p:nvGrpSpPr>
      <p:grpSpPr>
        <a:xfrm>
          <a:off x="0" y="0"/>
          <a:ext cx="0" cy="0"/>
          <a:chOff x="0" y="0"/>
          <a:chExt cx="0" cy="0"/>
        </a:xfrm>
      </p:grpSpPr>
      <p:sp>
        <p:nvSpPr>
          <p:cNvPr id="5" name="Rectangle">
            <a:extLst>
              <a:ext uri="{FF2B5EF4-FFF2-40B4-BE49-F238E27FC236}">
                <a16:creationId xmlns:a16="http://schemas.microsoft.com/office/drawing/2014/main" id="{325693A2-B249-3CA2-10AE-6167784E3B07}"/>
              </a:ext>
            </a:extLst>
          </p:cNvPr>
          <p:cNvSpPr/>
          <p:nvPr/>
        </p:nvSpPr>
        <p:spPr>
          <a:xfrm flipH="1">
            <a:off x="-24000" y="-2"/>
            <a:ext cx="2469463" cy="6858000"/>
          </a:xfrm>
          <a:prstGeom prst="rect">
            <a:avLst/>
          </a:prstGeom>
          <a:solidFill>
            <a:srgbClr val="F28E01"/>
          </a:solidFill>
          <a:ln w="12700">
            <a:miter lim="400000"/>
          </a:ln>
        </p:spPr>
        <p:txBody>
          <a:bodyPr lIns="50800" tIns="50800" rIns="50800" bIns="50800" anchor="ctr"/>
          <a:lstStyle/>
          <a:p>
            <a:pPr defTabSz="1130300">
              <a:defRPr sz="3200">
                <a:solidFill>
                  <a:srgbClr val="FFFFFF"/>
                </a:solidFill>
                <a:latin typeface="Graphik"/>
                <a:ea typeface="Graphik"/>
                <a:cs typeface="Graphik"/>
                <a:sym typeface="Graphik"/>
              </a:defRPr>
            </a:pPr>
            <a:endParaRPr sz="3200" baseline="-25000"/>
          </a:p>
        </p:txBody>
      </p:sp>
      <p:sp>
        <p:nvSpPr>
          <p:cNvPr id="8" name="Rectangle">
            <a:extLst>
              <a:ext uri="{FF2B5EF4-FFF2-40B4-BE49-F238E27FC236}">
                <a16:creationId xmlns:a16="http://schemas.microsoft.com/office/drawing/2014/main" id="{11C60233-3ED3-B34F-9D48-D0B509EA57B2}"/>
              </a:ext>
            </a:extLst>
          </p:cNvPr>
          <p:cNvSpPr/>
          <p:nvPr/>
        </p:nvSpPr>
        <p:spPr>
          <a:xfrm flipH="1">
            <a:off x="11496000" y="1"/>
            <a:ext cx="257907" cy="6858000"/>
          </a:xfrm>
          <a:prstGeom prst="rect">
            <a:avLst/>
          </a:prstGeom>
          <a:solidFill>
            <a:srgbClr val="F28E01"/>
          </a:solidFill>
          <a:ln w="12700">
            <a:miter lim="400000"/>
          </a:ln>
        </p:spPr>
        <p:txBody>
          <a:bodyPr lIns="50800" tIns="50800" rIns="50800" bIns="50800" anchor="ctr"/>
          <a:lstStyle/>
          <a:p>
            <a:pPr defTabSz="1130300">
              <a:defRPr sz="3300">
                <a:solidFill>
                  <a:srgbClr val="FFFFFF"/>
                </a:solidFill>
                <a:latin typeface="Graphik"/>
                <a:ea typeface="Graphik"/>
                <a:cs typeface="Graphik"/>
                <a:sym typeface="Graphik"/>
              </a:defRPr>
            </a:pPr>
            <a:endParaRPr sz="3300"/>
          </a:p>
        </p:txBody>
      </p:sp>
      <p:sp>
        <p:nvSpPr>
          <p:cNvPr id="14" name="Title 1">
            <a:extLst>
              <a:ext uri="{FF2B5EF4-FFF2-40B4-BE49-F238E27FC236}">
                <a16:creationId xmlns:a16="http://schemas.microsoft.com/office/drawing/2014/main" id="{07FD5E4A-D6B6-1EF1-4949-169A61B7B688}"/>
              </a:ext>
            </a:extLst>
          </p:cNvPr>
          <p:cNvSpPr>
            <a:spLocks noGrp="1"/>
          </p:cNvSpPr>
          <p:nvPr>
            <p:ph type="title"/>
          </p:nvPr>
        </p:nvSpPr>
        <p:spPr>
          <a:xfrm>
            <a:off x="2667000" y="152400"/>
            <a:ext cx="8686800" cy="1143000"/>
          </a:xfrm>
        </p:spPr>
        <p:txBody>
          <a:bodyPr/>
          <a:lstStyle/>
          <a:p>
            <a:r>
              <a:rPr lang="en-IN" dirty="0"/>
              <a:t>INTRODUCTION</a:t>
            </a:r>
          </a:p>
        </p:txBody>
      </p:sp>
      <p:sp>
        <p:nvSpPr>
          <p:cNvPr id="15" name="Content Placeholder 2">
            <a:extLst>
              <a:ext uri="{FF2B5EF4-FFF2-40B4-BE49-F238E27FC236}">
                <a16:creationId xmlns:a16="http://schemas.microsoft.com/office/drawing/2014/main" id="{F14EBEFF-19E4-A84A-F6D4-C45934D4763A}"/>
              </a:ext>
            </a:extLst>
          </p:cNvPr>
          <p:cNvSpPr>
            <a:spLocks noGrp="1"/>
          </p:cNvSpPr>
          <p:nvPr>
            <p:ph idx="1"/>
          </p:nvPr>
        </p:nvSpPr>
        <p:spPr>
          <a:xfrm>
            <a:off x="2587663" y="1371600"/>
            <a:ext cx="8766137" cy="5334000"/>
          </a:xfrm>
        </p:spPr>
        <p:txBody>
          <a:bodyPr>
            <a:normAutofit/>
          </a:bodyPr>
          <a:lstStyle/>
          <a:p>
            <a:pPr marL="0" indent="0" algn="just">
              <a:buNone/>
            </a:pPr>
            <a:r>
              <a:rPr lang="en-US" b="1" dirty="0"/>
              <a:t>Existing Traffic System</a:t>
            </a:r>
          </a:p>
          <a:p>
            <a:pPr algn="just"/>
            <a:r>
              <a:rPr lang="en-US" sz="2400" dirty="0"/>
              <a:t>Uses fixed-time traffic signals.</a:t>
            </a:r>
          </a:p>
          <a:p>
            <a:pPr algn="just"/>
            <a:r>
              <a:rPr lang="en-US" sz="2400" dirty="0"/>
              <a:t>Same signal timing regardless of real traffic conditions.</a:t>
            </a:r>
          </a:p>
          <a:p>
            <a:pPr marL="0" indent="0" algn="just">
              <a:buNone/>
            </a:pPr>
            <a:r>
              <a:rPr lang="en-US" sz="2400" dirty="0"/>
              <a:t>Causes:</a:t>
            </a:r>
          </a:p>
          <a:p>
            <a:pPr lvl="1" algn="just"/>
            <a:r>
              <a:rPr lang="en-US" dirty="0"/>
              <a:t>Long waiting time.</a:t>
            </a:r>
          </a:p>
          <a:p>
            <a:pPr lvl="1" algn="just"/>
            <a:r>
              <a:rPr lang="en-US" dirty="0"/>
              <a:t>Traffic congestion during peak hours.</a:t>
            </a:r>
          </a:p>
          <a:p>
            <a:pPr algn="just"/>
            <a:r>
              <a:rPr lang="en-US" sz="2400" dirty="0"/>
              <a:t>Emergency vehicles do not get priority.</a:t>
            </a:r>
          </a:p>
          <a:p>
            <a:pPr algn="just"/>
            <a:r>
              <a:rPr lang="en-US" sz="2400" dirty="0"/>
              <a:t>Manual control is required in critical situations.</a:t>
            </a:r>
          </a:p>
        </p:txBody>
      </p:sp>
    </p:spTree>
    <p:extLst>
      <p:ext uri="{BB962C8B-B14F-4D97-AF65-F5344CB8AC3E}">
        <p14:creationId xmlns:p14="http://schemas.microsoft.com/office/powerpoint/2010/main" val="1207920332"/>
      </p:ext>
    </p:extLst>
  </p:cSld>
  <p:clrMapOvr>
    <a:masterClrMapping/>
  </p:clrMapOvr>
  <p:transition spd="slow">
    <p:push dir="u"/>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81073D-2CFE-AB47-50BA-8575EE45A8C2}"/>
            </a:ext>
          </a:extLst>
        </p:cNvPr>
        <p:cNvGrpSpPr/>
        <p:nvPr/>
      </p:nvGrpSpPr>
      <p:grpSpPr>
        <a:xfrm>
          <a:off x="0" y="0"/>
          <a:ext cx="0" cy="0"/>
          <a:chOff x="0" y="0"/>
          <a:chExt cx="0" cy="0"/>
        </a:xfrm>
      </p:grpSpPr>
      <p:sp>
        <p:nvSpPr>
          <p:cNvPr id="5" name="Rectangle">
            <a:extLst>
              <a:ext uri="{FF2B5EF4-FFF2-40B4-BE49-F238E27FC236}">
                <a16:creationId xmlns:a16="http://schemas.microsoft.com/office/drawing/2014/main" id="{3CE96A6B-3B7A-DEA9-2B2D-76DFB1F3AC9E}"/>
              </a:ext>
            </a:extLst>
          </p:cNvPr>
          <p:cNvSpPr/>
          <p:nvPr/>
        </p:nvSpPr>
        <p:spPr>
          <a:xfrm flipH="1">
            <a:off x="-24000" y="-2"/>
            <a:ext cx="2469463" cy="6858000"/>
          </a:xfrm>
          <a:prstGeom prst="rect">
            <a:avLst/>
          </a:prstGeom>
          <a:solidFill>
            <a:srgbClr val="F28E01"/>
          </a:solidFill>
          <a:ln w="12700">
            <a:miter lim="400000"/>
          </a:ln>
        </p:spPr>
        <p:txBody>
          <a:bodyPr lIns="50800" tIns="50800" rIns="50800" bIns="50800" anchor="ctr"/>
          <a:lstStyle/>
          <a:p>
            <a:pPr defTabSz="1130300">
              <a:defRPr sz="3200">
                <a:solidFill>
                  <a:srgbClr val="FFFFFF"/>
                </a:solidFill>
                <a:latin typeface="Graphik"/>
                <a:ea typeface="Graphik"/>
                <a:cs typeface="Graphik"/>
                <a:sym typeface="Graphik"/>
              </a:defRPr>
            </a:pPr>
            <a:endParaRPr sz="3200" baseline="-25000"/>
          </a:p>
        </p:txBody>
      </p:sp>
      <p:sp>
        <p:nvSpPr>
          <p:cNvPr id="8" name="Rectangle">
            <a:extLst>
              <a:ext uri="{FF2B5EF4-FFF2-40B4-BE49-F238E27FC236}">
                <a16:creationId xmlns:a16="http://schemas.microsoft.com/office/drawing/2014/main" id="{D6B22DF6-87D5-C894-70C4-4CF439FCB0C2}"/>
              </a:ext>
            </a:extLst>
          </p:cNvPr>
          <p:cNvSpPr/>
          <p:nvPr/>
        </p:nvSpPr>
        <p:spPr>
          <a:xfrm flipH="1">
            <a:off x="11496000" y="1"/>
            <a:ext cx="257907" cy="6858000"/>
          </a:xfrm>
          <a:prstGeom prst="rect">
            <a:avLst/>
          </a:prstGeom>
          <a:solidFill>
            <a:srgbClr val="F28E01"/>
          </a:solidFill>
          <a:ln w="12700">
            <a:miter lim="400000"/>
          </a:ln>
        </p:spPr>
        <p:txBody>
          <a:bodyPr lIns="50800" tIns="50800" rIns="50800" bIns="50800" anchor="ctr"/>
          <a:lstStyle/>
          <a:p>
            <a:pPr defTabSz="1130300">
              <a:defRPr sz="3300">
                <a:solidFill>
                  <a:srgbClr val="FFFFFF"/>
                </a:solidFill>
                <a:latin typeface="Graphik"/>
                <a:ea typeface="Graphik"/>
                <a:cs typeface="Graphik"/>
                <a:sym typeface="Graphik"/>
              </a:defRPr>
            </a:pPr>
            <a:endParaRPr sz="3300"/>
          </a:p>
        </p:txBody>
      </p:sp>
      <p:sp>
        <p:nvSpPr>
          <p:cNvPr id="14" name="Title 1">
            <a:extLst>
              <a:ext uri="{FF2B5EF4-FFF2-40B4-BE49-F238E27FC236}">
                <a16:creationId xmlns:a16="http://schemas.microsoft.com/office/drawing/2014/main" id="{54321375-6026-3A39-04AD-660B4FAC4720}"/>
              </a:ext>
            </a:extLst>
          </p:cNvPr>
          <p:cNvSpPr>
            <a:spLocks noGrp="1"/>
          </p:cNvSpPr>
          <p:nvPr>
            <p:ph type="title"/>
          </p:nvPr>
        </p:nvSpPr>
        <p:spPr>
          <a:xfrm>
            <a:off x="2667000" y="152400"/>
            <a:ext cx="8686800" cy="1143000"/>
          </a:xfrm>
        </p:spPr>
        <p:txBody>
          <a:bodyPr/>
          <a:lstStyle/>
          <a:p>
            <a:r>
              <a:rPr lang="en-IN" dirty="0"/>
              <a:t>INTRODUCTION</a:t>
            </a:r>
          </a:p>
        </p:txBody>
      </p:sp>
      <p:sp>
        <p:nvSpPr>
          <p:cNvPr id="15" name="Content Placeholder 2">
            <a:extLst>
              <a:ext uri="{FF2B5EF4-FFF2-40B4-BE49-F238E27FC236}">
                <a16:creationId xmlns:a16="http://schemas.microsoft.com/office/drawing/2014/main" id="{A39A9A28-6E8A-2511-F7C6-550AEFEE2A55}"/>
              </a:ext>
            </a:extLst>
          </p:cNvPr>
          <p:cNvSpPr>
            <a:spLocks noGrp="1"/>
          </p:cNvSpPr>
          <p:nvPr>
            <p:ph idx="1"/>
          </p:nvPr>
        </p:nvSpPr>
        <p:spPr>
          <a:xfrm>
            <a:off x="2587663" y="1371600"/>
            <a:ext cx="8766137" cy="5334000"/>
          </a:xfrm>
        </p:spPr>
        <p:txBody>
          <a:bodyPr>
            <a:normAutofit/>
          </a:bodyPr>
          <a:lstStyle/>
          <a:p>
            <a:pPr marL="0" indent="0" algn="just">
              <a:buNone/>
            </a:pPr>
            <a:r>
              <a:rPr lang="en-IN" b="1" dirty="0" err="1"/>
              <a:t>TraffiXSense</a:t>
            </a:r>
            <a:r>
              <a:rPr lang="en-IN" b="1" dirty="0"/>
              <a:t> Solution</a:t>
            </a:r>
          </a:p>
          <a:p>
            <a:pPr algn="just"/>
            <a:r>
              <a:rPr lang="en-IN" sz="2400" dirty="0"/>
              <a:t>Developed an IoT-Based Emergency Priority Traffic System.</a:t>
            </a:r>
          </a:p>
          <a:p>
            <a:pPr algn="just"/>
            <a:r>
              <a:rPr lang="en-IN" sz="2400" dirty="0"/>
              <a:t>Uses ESP32 microcontroller as central controller.</a:t>
            </a:r>
          </a:p>
          <a:p>
            <a:pPr marL="0" indent="0" algn="just">
              <a:buNone/>
            </a:pPr>
            <a:r>
              <a:rPr lang="en-IN" sz="2400" dirty="0"/>
              <a:t>Provides:</a:t>
            </a:r>
          </a:p>
          <a:p>
            <a:pPr lvl="1" algn="just"/>
            <a:r>
              <a:rPr lang="en-IN" dirty="0"/>
              <a:t>Automated traffic signal control.</a:t>
            </a:r>
          </a:p>
          <a:p>
            <a:pPr lvl="1" algn="just"/>
            <a:r>
              <a:rPr lang="en-IN" dirty="0"/>
              <a:t>RFID based emergency vehicle detection.</a:t>
            </a:r>
          </a:p>
          <a:p>
            <a:pPr lvl="1" algn="just"/>
            <a:r>
              <a:rPr lang="en-IN" dirty="0"/>
              <a:t>Real time status display using OLED.</a:t>
            </a:r>
          </a:p>
          <a:p>
            <a:pPr lvl="1" algn="just"/>
            <a:r>
              <a:rPr lang="en-IN" dirty="0"/>
              <a:t>Remote monitoring &amp; control via web dashboard.</a:t>
            </a:r>
          </a:p>
          <a:p>
            <a:pPr algn="just"/>
            <a:r>
              <a:rPr lang="en-IN" sz="2400" dirty="0"/>
              <a:t>Instantly clears traffic for emergency vehicles.</a:t>
            </a:r>
          </a:p>
          <a:p>
            <a:pPr algn="just"/>
            <a:r>
              <a:rPr lang="en-IN" sz="2400" dirty="0"/>
              <a:t>Reduces delays and improves overall traffic flow.</a:t>
            </a:r>
          </a:p>
        </p:txBody>
      </p:sp>
    </p:spTree>
    <p:extLst>
      <p:ext uri="{BB962C8B-B14F-4D97-AF65-F5344CB8AC3E}">
        <p14:creationId xmlns:p14="http://schemas.microsoft.com/office/powerpoint/2010/main" val="2855784901"/>
      </p:ext>
    </p:extLst>
  </p:cSld>
  <p:clrMapOvr>
    <a:masterClrMapping/>
  </p:clrMapOvr>
  <p:transition spd="slow">
    <p:push dir="u"/>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2CE762-FBCF-9FEE-5861-A636163DA2E2}"/>
            </a:ext>
          </a:extLst>
        </p:cNvPr>
        <p:cNvGrpSpPr/>
        <p:nvPr/>
      </p:nvGrpSpPr>
      <p:grpSpPr>
        <a:xfrm>
          <a:off x="0" y="0"/>
          <a:ext cx="0" cy="0"/>
          <a:chOff x="0" y="0"/>
          <a:chExt cx="0" cy="0"/>
        </a:xfrm>
      </p:grpSpPr>
      <p:sp>
        <p:nvSpPr>
          <p:cNvPr id="5" name="Rectangle">
            <a:extLst>
              <a:ext uri="{FF2B5EF4-FFF2-40B4-BE49-F238E27FC236}">
                <a16:creationId xmlns:a16="http://schemas.microsoft.com/office/drawing/2014/main" id="{5253259E-7506-14EB-40B8-1B0FB21B231B}"/>
              </a:ext>
            </a:extLst>
          </p:cNvPr>
          <p:cNvSpPr/>
          <p:nvPr/>
        </p:nvSpPr>
        <p:spPr>
          <a:xfrm flipH="1">
            <a:off x="-24000" y="-2"/>
            <a:ext cx="2469463" cy="6858000"/>
          </a:xfrm>
          <a:prstGeom prst="rect">
            <a:avLst/>
          </a:prstGeom>
          <a:solidFill>
            <a:srgbClr val="F28E01"/>
          </a:solidFill>
          <a:ln w="12700">
            <a:miter lim="400000"/>
          </a:ln>
        </p:spPr>
        <p:txBody>
          <a:bodyPr lIns="50800" tIns="50800" rIns="50800" bIns="50800" anchor="ctr"/>
          <a:lstStyle/>
          <a:p>
            <a:pPr defTabSz="1130300">
              <a:defRPr sz="3200">
                <a:solidFill>
                  <a:srgbClr val="FFFFFF"/>
                </a:solidFill>
                <a:latin typeface="Graphik"/>
                <a:ea typeface="Graphik"/>
                <a:cs typeface="Graphik"/>
                <a:sym typeface="Graphik"/>
              </a:defRPr>
            </a:pPr>
            <a:endParaRPr sz="3200" baseline="-25000"/>
          </a:p>
        </p:txBody>
      </p:sp>
      <p:sp>
        <p:nvSpPr>
          <p:cNvPr id="8" name="Rectangle">
            <a:extLst>
              <a:ext uri="{FF2B5EF4-FFF2-40B4-BE49-F238E27FC236}">
                <a16:creationId xmlns:a16="http://schemas.microsoft.com/office/drawing/2014/main" id="{27D70A6B-F634-DF2E-1EA8-945311E09D94}"/>
              </a:ext>
            </a:extLst>
          </p:cNvPr>
          <p:cNvSpPr/>
          <p:nvPr/>
        </p:nvSpPr>
        <p:spPr>
          <a:xfrm flipH="1">
            <a:off x="11496000" y="1"/>
            <a:ext cx="257907" cy="6858000"/>
          </a:xfrm>
          <a:prstGeom prst="rect">
            <a:avLst/>
          </a:prstGeom>
          <a:solidFill>
            <a:srgbClr val="F28E01"/>
          </a:solidFill>
          <a:ln w="12700">
            <a:miter lim="400000"/>
          </a:ln>
        </p:spPr>
        <p:txBody>
          <a:bodyPr lIns="50800" tIns="50800" rIns="50800" bIns="50800" anchor="ctr"/>
          <a:lstStyle/>
          <a:p>
            <a:pPr defTabSz="1130300">
              <a:defRPr sz="3300">
                <a:solidFill>
                  <a:srgbClr val="FFFFFF"/>
                </a:solidFill>
                <a:latin typeface="Graphik"/>
                <a:ea typeface="Graphik"/>
                <a:cs typeface="Graphik"/>
                <a:sym typeface="Graphik"/>
              </a:defRPr>
            </a:pPr>
            <a:endParaRPr sz="3300"/>
          </a:p>
        </p:txBody>
      </p:sp>
      <p:sp>
        <p:nvSpPr>
          <p:cNvPr id="14" name="Title 1">
            <a:extLst>
              <a:ext uri="{FF2B5EF4-FFF2-40B4-BE49-F238E27FC236}">
                <a16:creationId xmlns:a16="http://schemas.microsoft.com/office/drawing/2014/main" id="{C2FB90DF-F84B-ABBA-34D1-DA93AF5B523E}"/>
              </a:ext>
            </a:extLst>
          </p:cNvPr>
          <p:cNvSpPr>
            <a:spLocks noGrp="1"/>
          </p:cNvSpPr>
          <p:nvPr>
            <p:ph type="title"/>
          </p:nvPr>
        </p:nvSpPr>
        <p:spPr>
          <a:xfrm>
            <a:off x="2667000" y="152400"/>
            <a:ext cx="8686800" cy="1143000"/>
          </a:xfrm>
        </p:spPr>
        <p:txBody>
          <a:bodyPr/>
          <a:lstStyle/>
          <a:p>
            <a:r>
              <a:rPr lang="en-IN" dirty="0"/>
              <a:t>INTRODUCTION</a:t>
            </a:r>
          </a:p>
        </p:txBody>
      </p:sp>
      <p:sp>
        <p:nvSpPr>
          <p:cNvPr id="15" name="Content Placeholder 2">
            <a:extLst>
              <a:ext uri="{FF2B5EF4-FFF2-40B4-BE49-F238E27FC236}">
                <a16:creationId xmlns:a16="http://schemas.microsoft.com/office/drawing/2014/main" id="{0759EC8D-0CDA-F780-D9EC-710AF74D0625}"/>
              </a:ext>
            </a:extLst>
          </p:cNvPr>
          <p:cNvSpPr>
            <a:spLocks noGrp="1"/>
          </p:cNvSpPr>
          <p:nvPr>
            <p:ph idx="1"/>
          </p:nvPr>
        </p:nvSpPr>
        <p:spPr>
          <a:xfrm>
            <a:off x="2559075" y="1295400"/>
            <a:ext cx="8766137" cy="5467667"/>
          </a:xfrm>
        </p:spPr>
        <p:txBody>
          <a:bodyPr>
            <a:normAutofit fontScale="92500" lnSpcReduction="20000"/>
          </a:bodyPr>
          <a:lstStyle/>
          <a:p>
            <a:pPr marL="0" indent="0" algn="just">
              <a:buNone/>
            </a:pPr>
            <a:r>
              <a:rPr lang="en-IN" sz="3800" b="1" dirty="0"/>
              <a:t>Real-World Problem</a:t>
            </a:r>
            <a:endParaRPr lang="en-IN" b="1" dirty="0">
              <a:highlight>
                <a:srgbClr val="FFFF00"/>
              </a:highlight>
            </a:endParaRPr>
          </a:p>
          <a:p>
            <a:pPr algn="just"/>
            <a:r>
              <a:rPr lang="en-IN" dirty="0"/>
              <a:t>Ambulances get stuck in traffic due to non-prioritized signals.</a:t>
            </a:r>
          </a:p>
          <a:p>
            <a:pPr algn="just"/>
            <a:r>
              <a:rPr lang="en-US" dirty="0"/>
              <a:t>Even simple distances (</a:t>
            </a:r>
            <a:r>
              <a:rPr lang="en-US" b="1" dirty="0"/>
              <a:t>100 m</a:t>
            </a:r>
            <a:r>
              <a:rPr lang="en-US" dirty="0"/>
              <a:t>) can become major delays when traffic is  congested and sirens go unheard</a:t>
            </a:r>
            <a:endParaRPr lang="en-IN" dirty="0"/>
          </a:p>
          <a:p>
            <a:pPr algn="just"/>
            <a:r>
              <a:rPr lang="en-IN" dirty="0"/>
              <a:t>50% of trauma patients in India fail to receive treatment within the first 60 minutes </a:t>
            </a:r>
            <a:r>
              <a:rPr lang="en-IN" b="1" dirty="0"/>
              <a:t>“golden hour.”</a:t>
            </a:r>
          </a:p>
          <a:p>
            <a:pPr algn="just"/>
            <a:r>
              <a:rPr lang="en-IN" dirty="0"/>
              <a:t>Victims died while being transported to the hospital :</a:t>
            </a:r>
          </a:p>
          <a:p>
            <a:pPr marL="457200" lvl="1" indent="0" algn="just">
              <a:buNone/>
            </a:pPr>
            <a:r>
              <a:rPr lang="en-IN" dirty="0"/>
              <a:t>2021: 175 victims</a:t>
            </a:r>
          </a:p>
          <a:p>
            <a:pPr marL="457200" lvl="1" indent="0" algn="just">
              <a:buNone/>
            </a:pPr>
            <a:r>
              <a:rPr lang="en-IN" dirty="0"/>
              <a:t>2022: 168 victims</a:t>
            </a:r>
          </a:p>
          <a:p>
            <a:pPr marL="457200" lvl="1" indent="0" algn="just">
              <a:buNone/>
            </a:pPr>
            <a:r>
              <a:rPr lang="en-IN" dirty="0"/>
              <a:t>2023: 292 victims</a:t>
            </a:r>
          </a:p>
          <a:p>
            <a:pPr marL="457200" lvl="1" indent="0" algn="just">
              <a:buNone/>
            </a:pPr>
            <a:r>
              <a:rPr lang="en-IN" dirty="0"/>
              <a:t>2024: 375 victims</a:t>
            </a:r>
          </a:p>
          <a:p>
            <a:pPr algn="just"/>
            <a:r>
              <a:rPr lang="en-US" dirty="0"/>
              <a:t>Ambulances may take </a:t>
            </a:r>
            <a:r>
              <a:rPr lang="en-US" b="1" dirty="0"/>
              <a:t>30–40 min to cover 3 km</a:t>
            </a:r>
            <a:r>
              <a:rPr lang="en-US" dirty="0"/>
              <a:t> during peak traffic.</a:t>
            </a:r>
          </a:p>
          <a:p>
            <a:pPr algn="just"/>
            <a:r>
              <a:rPr lang="en-IN" dirty="0"/>
              <a:t>In major cities (Bengaluru, Chennai, Mumbai) </a:t>
            </a:r>
            <a:r>
              <a:rPr lang="en-US" b="1" dirty="0"/>
              <a:t>5–15 emergency cases daily</a:t>
            </a:r>
            <a:r>
              <a:rPr lang="en-US" dirty="0"/>
              <a:t> suffer late arrival due to traffic.</a:t>
            </a:r>
          </a:p>
          <a:p>
            <a:pPr algn="just"/>
            <a:r>
              <a:rPr lang="en-US" dirty="0"/>
              <a:t>Bengaluru sees ~</a:t>
            </a:r>
            <a:r>
              <a:rPr lang="en-US" b="1" dirty="0"/>
              <a:t>3,000 ambulance trips daily</a:t>
            </a:r>
            <a:r>
              <a:rPr lang="en-US" dirty="0"/>
              <a:t>, and many face traffic challenges that slow traffic clearance. </a:t>
            </a:r>
          </a:p>
          <a:p>
            <a:pPr algn="just"/>
            <a:r>
              <a:rPr lang="en-IN" dirty="0"/>
              <a:t>Traditional signals use fixed timers, offering no emergency clearance, no remote control, and no real-time adaptation.</a:t>
            </a:r>
          </a:p>
        </p:txBody>
      </p:sp>
    </p:spTree>
    <p:extLst>
      <p:ext uri="{BB962C8B-B14F-4D97-AF65-F5344CB8AC3E}">
        <p14:creationId xmlns:p14="http://schemas.microsoft.com/office/powerpoint/2010/main" val="4107086105"/>
      </p:ext>
    </p:extLst>
  </p:cSld>
  <p:clrMapOvr>
    <a:masterClrMapping/>
  </p:clrMapOvr>
  <p:transition spd="slow">
    <p:push dir="u"/>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977099-9E1B-BA9B-B765-FFC94F68F6E9}"/>
            </a:ext>
          </a:extLst>
        </p:cNvPr>
        <p:cNvGrpSpPr/>
        <p:nvPr/>
      </p:nvGrpSpPr>
      <p:grpSpPr>
        <a:xfrm>
          <a:off x="0" y="0"/>
          <a:ext cx="0" cy="0"/>
          <a:chOff x="0" y="0"/>
          <a:chExt cx="0" cy="0"/>
        </a:xfrm>
      </p:grpSpPr>
      <p:sp>
        <p:nvSpPr>
          <p:cNvPr id="5" name="Rectangle">
            <a:extLst>
              <a:ext uri="{FF2B5EF4-FFF2-40B4-BE49-F238E27FC236}">
                <a16:creationId xmlns:a16="http://schemas.microsoft.com/office/drawing/2014/main" id="{F66A3211-6353-47C0-677D-FED520936CB9}"/>
              </a:ext>
            </a:extLst>
          </p:cNvPr>
          <p:cNvSpPr/>
          <p:nvPr/>
        </p:nvSpPr>
        <p:spPr>
          <a:xfrm flipH="1">
            <a:off x="-24000" y="-2"/>
            <a:ext cx="2469463" cy="6858000"/>
          </a:xfrm>
          <a:prstGeom prst="rect">
            <a:avLst/>
          </a:prstGeom>
          <a:solidFill>
            <a:srgbClr val="F28E01"/>
          </a:solidFill>
          <a:ln w="12700">
            <a:miter lim="400000"/>
          </a:ln>
        </p:spPr>
        <p:txBody>
          <a:bodyPr lIns="50800" tIns="50800" rIns="50800" bIns="50800" anchor="ctr"/>
          <a:lstStyle/>
          <a:p>
            <a:pPr defTabSz="1130300">
              <a:defRPr sz="3200">
                <a:solidFill>
                  <a:srgbClr val="FFFFFF"/>
                </a:solidFill>
                <a:latin typeface="Graphik"/>
                <a:ea typeface="Graphik"/>
                <a:cs typeface="Graphik"/>
                <a:sym typeface="Graphik"/>
              </a:defRPr>
            </a:pPr>
            <a:endParaRPr sz="3200" baseline="-25000"/>
          </a:p>
        </p:txBody>
      </p:sp>
      <p:sp>
        <p:nvSpPr>
          <p:cNvPr id="8" name="Rectangle">
            <a:extLst>
              <a:ext uri="{FF2B5EF4-FFF2-40B4-BE49-F238E27FC236}">
                <a16:creationId xmlns:a16="http://schemas.microsoft.com/office/drawing/2014/main" id="{858404DF-86C6-5341-9652-F8CFD9C083BD}"/>
              </a:ext>
            </a:extLst>
          </p:cNvPr>
          <p:cNvSpPr/>
          <p:nvPr/>
        </p:nvSpPr>
        <p:spPr>
          <a:xfrm flipH="1">
            <a:off x="11496000" y="1"/>
            <a:ext cx="257907" cy="6858000"/>
          </a:xfrm>
          <a:prstGeom prst="rect">
            <a:avLst/>
          </a:prstGeom>
          <a:solidFill>
            <a:srgbClr val="F28E01"/>
          </a:solidFill>
          <a:ln w="12700">
            <a:miter lim="400000"/>
          </a:ln>
        </p:spPr>
        <p:txBody>
          <a:bodyPr lIns="50800" tIns="50800" rIns="50800" bIns="50800" anchor="ctr"/>
          <a:lstStyle/>
          <a:p>
            <a:pPr defTabSz="1130300">
              <a:defRPr sz="3300">
                <a:solidFill>
                  <a:srgbClr val="FFFFFF"/>
                </a:solidFill>
                <a:latin typeface="Graphik"/>
                <a:ea typeface="Graphik"/>
                <a:cs typeface="Graphik"/>
                <a:sym typeface="Graphik"/>
              </a:defRPr>
            </a:pPr>
            <a:endParaRPr sz="3300"/>
          </a:p>
        </p:txBody>
      </p:sp>
      <p:sp>
        <p:nvSpPr>
          <p:cNvPr id="15" name="Content Placeholder 2">
            <a:extLst>
              <a:ext uri="{FF2B5EF4-FFF2-40B4-BE49-F238E27FC236}">
                <a16:creationId xmlns:a16="http://schemas.microsoft.com/office/drawing/2014/main" id="{B41CFF10-2450-D5A5-C41E-AC1631AABEA6}"/>
              </a:ext>
            </a:extLst>
          </p:cNvPr>
          <p:cNvSpPr>
            <a:spLocks noGrp="1"/>
          </p:cNvSpPr>
          <p:nvPr>
            <p:ph idx="1"/>
          </p:nvPr>
        </p:nvSpPr>
        <p:spPr>
          <a:xfrm>
            <a:off x="2743199" y="381000"/>
            <a:ext cx="8443337" cy="6172199"/>
          </a:xfrm>
        </p:spPr>
        <p:txBody>
          <a:bodyPr>
            <a:normAutofit/>
          </a:bodyPr>
          <a:lstStyle/>
          <a:p>
            <a:pPr>
              <a:buNone/>
            </a:pPr>
            <a:endParaRPr lang="en-IN" dirty="0"/>
          </a:p>
          <a:p>
            <a:pPr marL="0" indent="0">
              <a:buNone/>
            </a:pPr>
            <a:endParaRPr lang="en-IN" dirty="0"/>
          </a:p>
          <a:p>
            <a:pPr marL="0" indent="0" algn="ctr">
              <a:buNone/>
            </a:pPr>
            <a:endParaRPr lang="en-US" dirty="0"/>
          </a:p>
          <a:p>
            <a:pPr marL="0" indent="0" algn="ctr">
              <a:buNone/>
            </a:pPr>
            <a:endParaRPr lang="en-US" dirty="0"/>
          </a:p>
          <a:p>
            <a:pPr marL="0" indent="0" algn="ctr">
              <a:buNone/>
            </a:pPr>
            <a:endParaRPr lang="en-US" dirty="0"/>
          </a:p>
          <a:p>
            <a:pPr marL="0" indent="0" algn="ctr">
              <a:buNone/>
            </a:pPr>
            <a:r>
              <a:rPr lang="en-US" sz="5400" b="1" dirty="0"/>
              <a:t>2. </a:t>
            </a:r>
            <a:r>
              <a:rPr lang="en-IN" sz="5400" b="1" dirty="0"/>
              <a:t>LITERATURE SURVEY</a:t>
            </a:r>
          </a:p>
        </p:txBody>
      </p:sp>
    </p:spTree>
    <p:extLst>
      <p:ext uri="{BB962C8B-B14F-4D97-AF65-F5344CB8AC3E}">
        <p14:creationId xmlns:p14="http://schemas.microsoft.com/office/powerpoint/2010/main" val="617818793"/>
      </p:ext>
    </p:extLst>
  </p:cSld>
  <p:clrMapOvr>
    <a:masterClrMapping/>
  </p:clrMapOvr>
  <p:transition spd="med">
    <p:pull/>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1191B5-7077-7F9D-2900-76247F7E85F7}"/>
            </a:ext>
          </a:extLst>
        </p:cNvPr>
        <p:cNvGrpSpPr/>
        <p:nvPr/>
      </p:nvGrpSpPr>
      <p:grpSpPr>
        <a:xfrm>
          <a:off x="0" y="0"/>
          <a:ext cx="0" cy="0"/>
          <a:chOff x="0" y="0"/>
          <a:chExt cx="0" cy="0"/>
        </a:xfrm>
      </p:grpSpPr>
      <p:sp>
        <p:nvSpPr>
          <p:cNvPr id="5" name="Rectangle">
            <a:extLst>
              <a:ext uri="{FF2B5EF4-FFF2-40B4-BE49-F238E27FC236}">
                <a16:creationId xmlns:a16="http://schemas.microsoft.com/office/drawing/2014/main" id="{01A54A4C-A9FD-ADB6-5968-DDE1E96495ED}"/>
              </a:ext>
            </a:extLst>
          </p:cNvPr>
          <p:cNvSpPr/>
          <p:nvPr/>
        </p:nvSpPr>
        <p:spPr>
          <a:xfrm flipH="1">
            <a:off x="-24000" y="-29845"/>
            <a:ext cx="2469463" cy="6858000"/>
          </a:xfrm>
          <a:prstGeom prst="rect">
            <a:avLst/>
          </a:prstGeom>
          <a:solidFill>
            <a:srgbClr val="F28E01"/>
          </a:solidFill>
          <a:ln w="12700">
            <a:miter lim="400000"/>
          </a:ln>
        </p:spPr>
        <p:txBody>
          <a:bodyPr lIns="50800" tIns="50800" rIns="50800" bIns="50800" anchor="ctr"/>
          <a:lstStyle/>
          <a:p>
            <a:pPr defTabSz="1130300">
              <a:defRPr sz="3200">
                <a:solidFill>
                  <a:srgbClr val="FFFFFF"/>
                </a:solidFill>
                <a:latin typeface="Graphik"/>
                <a:ea typeface="Graphik"/>
                <a:cs typeface="Graphik"/>
                <a:sym typeface="Graphik"/>
              </a:defRPr>
            </a:pPr>
            <a:endParaRPr sz="3200" baseline="-25000"/>
          </a:p>
        </p:txBody>
      </p:sp>
      <p:sp>
        <p:nvSpPr>
          <p:cNvPr id="8" name="Rectangle">
            <a:extLst>
              <a:ext uri="{FF2B5EF4-FFF2-40B4-BE49-F238E27FC236}">
                <a16:creationId xmlns:a16="http://schemas.microsoft.com/office/drawing/2014/main" id="{E75ABCA0-06E4-CCB5-25D2-BA5110B25138}"/>
              </a:ext>
            </a:extLst>
          </p:cNvPr>
          <p:cNvSpPr/>
          <p:nvPr/>
        </p:nvSpPr>
        <p:spPr>
          <a:xfrm flipH="1">
            <a:off x="11496000" y="1"/>
            <a:ext cx="257907" cy="6858000"/>
          </a:xfrm>
          <a:prstGeom prst="rect">
            <a:avLst/>
          </a:prstGeom>
          <a:solidFill>
            <a:srgbClr val="F28E01"/>
          </a:solidFill>
          <a:ln w="12700">
            <a:miter lim="400000"/>
          </a:ln>
        </p:spPr>
        <p:txBody>
          <a:bodyPr lIns="50800" tIns="50800" rIns="50800" bIns="50800" anchor="ctr"/>
          <a:lstStyle/>
          <a:p>
            <a:pPr defTabSz="1130300">
              <a:defRPr sz="3300">
                <a:solidFill>
                  <a:srgbClr val="FFFFFF"/>
                </a:solidFill>
                <a:latin typeface="Graphik"/>
                <a:ea typeface="Graphik"/>
                <a:cs typeface="Graphik"/>
                <a:sym typeface="Graphik"/>
              </a:defRPr>
            </a:pPr>
            <a:endParaRPr sz="3300"/>
          </a:p>
        </p:txBody>
      </p:sp>
      <p:sp>
        <p:nvSpPr>
          <p:cNvPr id="14" name="Title 1">
            <a:extLst>
              <a:ext uri="{FF2B5EF4-FFF2-40B4-BE49-F238E27FC236}">
                <a16:creationId xmlns:a16="http://schemas.microsoft.com/office/drawing/2014/main" id="{2E4BEF36-0C32-2D6C-8E79-EF75760E4B8F}"/>
              </a:ext>
            </a:extLst>
          </p:cNvPr>
          <p:cNvSpPr>
            <a:spLocks noGrp="1"/>
          </p:cNvSpPr>
          <p:nvPr>
            <p:ph type="title"/>
          </p:nvPr>
        </p:nvSpPr>
        <p:spPr>
          <a:xfrm>
            <a:off x="2514600" y="151605"/>
            <a:ext cx="8839199" cy="1143000"/>
          </a:xfrm>
        </p:spPr>
        <p:txBody>
          <a:bodyPr/>
          <a:lstStyle/>
          <a:p>
            <a:r>
              <a:rPr lang="en-IN" dirty="0"/>
              <a:t>LITERATURE SURVEY</a:t>
            </a:r>
          </a:p>
        </p:txBody>
      </p:sp>
      <p:sp>
        <p:nvSpPr>
          <p:cNvPr id="15" name="Content Placeholder 2">
            <a:extLst>
              <a:ext uri="{FF2B5EF4-FFF2-40B4-BE49-F238E27FC236}">
                <a16:creationId xmlns:a16="http://schemas.microsoft.com/office/drawing/2014/main" id="{53B41793-7E3D-1410-47A1-73DBA930B337}"/>
              </a:ext>
            </a:extLst>
          </p:cNvPr>
          <p:cNvSpPr>
            <a:spLocks noGrp="1"/>
          </p:cNvSpPr>
          <p:nvPr>
            <p:ph idx="1"/>
          </p:nvPr>
        </p:nvSpPr>
        <p:spPr>
          <a:xfrm>
            <a:off x="2445463" y="5029200"/>
            <a:ext cx="9050535" cy="1677195"/>
          </a:xfrm>
        </p:spPr>
        <p:txBody>
          <a:bodyPr>
            <a:normAutofit fontScale="92500" lnSpcReduction="20000"/>
          </a:bodyPr>
          <a:lstStyle/>
          <a:p>
            <a:pPr>
              <a:buNone/>
            </a:pPr>
            <a:r>
              <a:rPr lang="en-US" b="1" dirty="0"/>
              <a:t>How Addressed:</a:t>
            </a:r>
            <a:br>
              <a:rPr lang="en-US" dirty="0"/>
            </a:br>
            <a:r>
              <a:rPr lang="en-US" dirty="0"/>
              <a:t>     Introduces automated clearance system + RFID-based vehicle detection.</a:t>
            </a:r>
          </a:p>
          <a:p>
            <a:pPr>
              <a:buNone/>
            </a:pPr>
            <a:endParaRPr lang="en-US" dirty="0"/>
          </a:p>
          <a:p>
            <a:pPr>
              <a:buNone/>
            </a:pPr>
            <a:r>
              <a:rPr lang="en-US" b="1" dirty="0"/>
              <a:t>Paper Link:</a:t>
            </a:r>
            <a:br>
              <a:rPr lang="en-US" dirty="0"/>
            </a:br>
            <a:r>
              <a:rPr lang="en-US" dirty="0"/>
              <a:t>🔗 </a:t>
            </a:r>
            <a:r>
              <a:rPr lang="en-US" dirty="0">
                <a:hlinkClick r:id="rId3"/>
              </a:rPr>
              <a:t>https://www.ijert.org/smart-traffic-management-system-with-emergency-vehicle-prioritization-and-stolen-vehicle-detection-using-arduino-technology</a:t>
            </a:r>
            <a:endParaRPr lang="en-US" dirty="0"/>
          </a:p>
        </p:txBody>
      </p:sp>
      <p:graphicFrame>
        <p:nvGraphicFramePr>
          <p:cNvPr id="2" name="Table 1">
            <a:extLst>
              <a:ext uri="{FF2B5EF4-FFF2-40B4-BE49-F238E27FC236}">
                <a16:creationId xmlns:a16="http://schemas.microsoft.com/office/drawing/2014/main" id="{A411D6C8-B069-AEDB-72A7-F439D402EF1E}"/>
              </a:ext>
            </a:extLst>
          </p:cNvPr>
          <p:cNvGraphicFramePr>
            <a:graphicFrameLocks noGrp="1"/>
          </p:cNvGraphicFramePr>
          <p:nvPr>
            <p:extLst>
              <p:ext uri="{D42A27DB-BD31-4B8C-83A1-F6EECF244321}">
                <p14:modId xmlns:p14="http://schemas.microsoft.com/office/powerpoint/2010/main" val="2017832858"/>
              </p:ext>
            </p:extLst>
          </p:nvPr>
        </p:nvGraphicFramePr>
        <p:xfrm>
          <a:off x="2445463" y="1431924"/>
          <a:ext cx="9050535" cy="3749040"/>
        </p:xfrm>
        <a:graphic>
          <a:graphicData uri="http://schemas.openxmlformats.org/drawingml/2006/table">
            <a:tbl>
              <a:tblPr firstRow="1" bandRow="1">
                <a:tableStyleId>{5C22544A-7EE6-4342-B048-85BDC9FD1C3A}</a:tableStyleId>
              </a:tblPr>
              <a:tblGrid>
                <a:gridCol w="646546">
                  <a:extLst>
                    <a:ext uri="{9D8B030D-6E8A-4147-A177-3AD203B41FA5}">
                      <a16:colId xmlns:a16="http://schemas.microsoft.com/office/drawing/2014/main" val="3031133096"/>
                    </a:ext>
                  </a:extLst>
                </a:gridCol>
                <a:gridCol w="2394391">
                  <a:extLst>
                    <a:ext uri="{9D8B030D-6E8A-4147-A177-3AD203B41FA5}">
                      <a16:colId xmlns:a16="http://schemas.microsoft.com/office/drawing/2014/main" val="1934286308"/>
                    </a:ext>
                  </a:extLst>
                </a:gridCol>
                <a:gridCol w="1219200">
                  <a:extLst>
                    <a:ext uri="{9D8B030D-6E8A-4147-A177-3AD203B41FA5}">
                      <a16:colId xmlns:a16="http://schemas.microsoft.com/office/drawing/2014/main" val="1250469601"/>
                    </a:ext>
                  </a:extLst>
                </a:gridCol>
                <a:gridCol w="1066800">
                  <a:extLst>
                    <a:ext uri="{9D8B030D-6E8A-4147-A177-3AD203B41FA5}">
                      <a16:colId xmlns:a16="http://schemas.microsoft.com/office/drawing/2014/main" val="1003763719"/>
                    </a:ext>
                  </a:extLst>
                </a:gridCol>
                <a:gridCol w="1828800">
                  <a:extLst>
                    <a:ext uri="{9D8B030D-6E8A-4147-A177-3AD203B41FA5}">
                      <a16:colId xmlns:a16="http://schemas.microsoft.com/office/drawing/2014/main" val="225965863"/>
                    </a:ext>
                  </a:extLst>
                </a:gridCol>
                <a:gridCol w="1894798">
                  <a:extLst>
                    <a:ext uri="{9D8B030D-6E8A-4147-A177-3AD203B41FA5}">
                      <a16:colId xmlns:a16="http://schemas.microsoft.com/office/drawing/2014/main" val="1280028463"/>
                    </a:ext>
                  </a:extLst>
                </a:gridCol>
              </a:tblGrid>
              <a:tr h="1844676">
                <a:tc>
                  <a:txBody>
                    <a:bodyPr/>
                    <a:lstStyle/>
                    <a:p>
                      <a:pPr marL="0" algn="ctr" defTabSz="914400" rtl="0" eaLnBrk="1" latinLnBrk="0" hangingPunct="1"/>
                      <a:r>
                        <a:rPr kumimoji="0" lang="en-US" sz="1800" b="1" kern="1200" dirty="0">
                          <a:solidFill>
                            <a:schemeClr val="lt1"/>
                          </a:solidFill>
                          <a:latin typeface="+mn-lt"/>
                          <a:ea typeface="+mn-ea"/>
                          <a:cs typeface="+mn-cs"/>
                        </a:rPr>
                        <a:t>S.N</a:t>
                      </a:r>
                    </a:p>
                  </a:txBody>
                  <a:tcPr anchor="ctr"/>
                </a:tc>
                <a:tc>
                  <a:txBody>
                    <a:bodyPr/>
                    <a:lstStyle/>
                    <a:p>
                      <a:pPr marL="0" algn="ctr" defTabSz="914400" rtl="0" eaLnBrk="1" latinLnBrk="0" hangingPunct="1"/>
                      <a:r>
                        <a:rPr kumimoji="0" lang="en-US" sz="1800" b="1" kern="1200" dirty="0">
                          <a:solidFill>
                            <a:schemeClr val="lt1"/>
                          </a:solidFill>
                          <a:latin typeface="+mn-lt"/>
                          <a:ea typeface="+mn-ea"/>
                          <a:cs typeface="+mn-cs"/>
                        </a:rPr>
                        <a:t>Paper title </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kern="1200" dirty="0">
                          <a:solidFill>
                            <a:schemeClr val="lt1"/>
                          </a:solidFill>
                          <a:latin typeface="+mn-lt"/>
                          <a:ea typeface="+mn-ea"/>
                          <a:cs typeface="+mn-cs"/>
                        </a:rPr>
                        <a:t>Publication details</a:t>
                      </a:r>
                    </a:p>
                  </a:txBody>
                  <a:tcPr anchor="ctr"/>
                </a:tc>
                <a:tc>
                  <a:txBody>
                    <a:bodyPr/>
                    <a:lstStyle/>
                    <a:p>
                      <a:pPr marL="0" algn="ctr" defTabSz="914400" rtl="0" eaLnBrk="1" latinLnBrk="0" hangingPunct="1"/>
                      <a:r>
                        <a:rPr kumimoji="0" lang="en-US" sz="1800" b="1" kern="1200" dirty="0">
                          <a:solidFill>
                            <a:schemeClr val="lt1"/>
                          </a:solidFill>
                          <a:latin typeface="+mn-lt"/>
                          <a:ea typeface="+mn-ea"/>
                          <a:cs typeface="+mn-cs"/>
                        </a:rPr>
                        <a:t>Problem addressed in the paper</a:t>
                      </a:r>
                    </a:p>
                  </a:txBody>
                  <a:tcPr anchor="ctr"/>
                </a:tc>
                <a:tc>
                  <a:txBody>
                    <a:bodyPr/>
                    <a:lstStyle/>
                    <a:p>
                      <a:pPr marL="0" algn="ctr" defTabSz="914400" rtl="0" eaLnBrk="1" latinLnBrk="0" hangingPunct="1"/>
                      <a:r>
                        <a:rPr kumimoji="0" lang="en-US" sz="1800" b="1" kern="1200" dirty="0">
                          <a:solidFill>
                            <a:schemeClr val="lt1"/>
                          </a:solidFill>
                          <a:latin typeface="+mn-lt"/>
                          <a:ea typeface="+mn-ea"/>
                          <a:cs typeface="+mn-cs"/>
                        </a:rPr>
                        <a:t>Author’s idea/approach</a:t>
                      </a:r>
                    </a:p>
                  </a:txBody>
                  <a:tcPr anchor="ctr"/>
                </a:tc>
                <a:tc>
                  <a:txBody>
                    <a:bodyPr/>
                    <a:lstStyle/>
                    <a:p>
                      <a:pPr marL="0" algn="ctr" defTabSz="914400" rtl="0" eaLnBrk="1" latinLnBrk="0" hangingPunct="1"/>
                      <a:r>
                        <a:rPr kumimoji="0" lang="en-US" sz="1800" b="1" kern="1200" dirty="0">
                          <a:solidFill>
                            <a:schemeClr val="lt1"/>
                          </a:solidFill>
                          <a:latin typeface="+mn-lt"/>
                          <a:ea typeface="+mn-ea"/>
                          <a:cs typeface="+mn-cs"/>
                        </a:rPr>
                        <a:t>Shortfalls in author’s approach and solution provided in the proposed methodology</a:t>
                      </a:r>
                    </a:p>
                  </a:txBody>
                  <a:tcPr anchor="ctr"/>
                </a:tc>
                <a:extLst>
                  <a:ext uri="{0D108BD9-81ED-4DB2-BD59-A6C34878D82A}">
                    <a16:rowId xmlns:a16="http://schemas.microsoft.com/office/drawing/2014/main" val="228140503"/>
                  </a:ext>
                </a:extLst>
              </a:tr>
              <a:tr h="598072">
                <a:tc>
                  <a:txBody>
                    <a:bodyPr/>
                    <a:lstStyle/>
                    <a:p>
                      <a:pPr algn="ctr"/>
                      <a:r>
                        <a:rPr lang="en-IN" dirty="0"/>
                        <a:t>1</a:t>
                      </a:r>
                    </a:p>
                  </a:txBody>
                  <a:tcPr anchor="ctr"/>
                </a:tc>
                <a:tc>
                  <a:txBody>
                    <a:bodyPr/>
                    <a:lstStyle/>
                    <a:p>
                      <a:pPr marL="0" marR="0" algn="l">
                        <a:lnSpc>
                          <a:spcPct val="150000"/>
                        </a:lnSpc>
                        <a:spcAft>
                          <a:spcPts val="1000"/>
                        </a:spcAft>
                        <a:buNone/>
                      </a:pPr>
                      <a:r>
                        <a:rPr lang="en-US" sz="1200" dirty="0">
                          <a:effectLst/>
                          <a:latin typeface="+mn-lt"/>
                          <a:ea typeface="Calibri" panose="020F0502020204030204" pitchFamily="34" charset="0"/>
                          <a:cs typeface="Times New Roman" panose="02020603050405020304" pitchFamily="18" charset="0"/>
                        </a:rPr>
                        <a:t>Smart Traffic Management System with Emergency Vehicle Prioritization and Vehicle Detection</a:t>
                      </a:r>
                      <a:endParaRPr lang="en-US" sz="1100" dirty="0">
                        <a:effectLst/>
                        <a:latin typeface="+mn-lt"/>
                        <a:ea typeface="Calibri" panose="020F0502020204030204" pitchFamily="34" charset="0"/>
                        <a:cs typeface="Times New Roman" panose="02020603050405020304" pitchFamily="18" charset="0"/>
                      </a:endParaRPr>
                    </a:p>
                  </a:txBody>
                  <a:tcPr marL="68580" marR="68580" marT="0" marB="0"/>
                </a:tc>
                <a:tc>
                  <a:txBody>
                    <a:bodyPr/>
                    <a:lstStyle/>
                    <a:p>
                      <a:pPr algn="ctr"/>
                      <a:r>
                        <a:rPr lang="en-IN" sz="1200" dirty="0">
                          <a:latin typeface="+mn-lt"/>
                        </a:rPr>
                        <a:t>2024</a:t>
                      </a:r>
                      <a:endParaRPr lang="en-IN" dirty="0">
                        <a:latin typeface="+mn-lt"/>
                      </a:endParaRPr>
                    </a:p>
                  </a:txBody>
                  <a:tcPr anchor="ctr"/>
                </a:tc>
                <a:tc>
                  <a:txBody>
                    <a:bodyPr/>
                    <a:lstStyle/>
                    <a:p>
                      <a:pPr marL="0" marR="0" algn="l">
                        <a:lnSpc>
                          <a:spcPct val="150000"/>
                        </a:lnSpc>
                        <a:spcAft>
                          <a:spcPts val="1000"/>
                        </a:spcAft>
                        <a:buNone/>
                      </a:pPr>
                      <a:r>
                        <a:rPr lang="en-IN" sz="1200" dirty="0">
                          <a:effectLst/>
                          <a:latin typeface="+mn-lt"/>
                          <a:ea typeface="Calibri" panose="020F0502020204030204" pitchFamily="34" charset="0"/>
                          <a:cs typeface="Times New Roman" panose="02020603050405020304" pitchFamily="18" charset="0"/>
                        </a:rPr>
                        <a:t>Abhirami </a:t>
                      </a:r>
                      <a:r>
                        <a:rPr lang="en-IN" sz="1200" dirty="0" err="1">
                          <a:effectLst/>
                          <a:latin typeface="+mn-lt"/>
                          <a:ea typeface="Calibri" panose="020F0502020204030204" pitchFamily="34" charset="0"/>
                          <a:cs typeface="Times New Roman" panose="02020603050405020304" pitchFamily="18" charset="0"/>
                        </a:rPr>
                        <a:t>Js</a:t>
                      </a:r>
                      <a:r>
                        <a:rPr lang="en-IN" sz="1200" dirty="0">
                          <a:effectLst/>
                          <a:latin typeface="+mn-lt"/>
                          <a:ea typeface="Calibri" panose="020F0502020204030204" pitchFamily="34" charset="0"/>
                          <a:cs typeface="Times New Roman" panose="02020603050405020304" pitchFamily="18" charset="0"/>
                        </a:rPr>
                        <a:t>, Dinesh Kumar M, Prasanth S.	</a:t>
                      </a:r>
                      <a:endParaRPr lang="en-US" sz="1200" dirty="0">
                        <a:effectLst/>
                        <a:latin typeface="+mn-lt"/>
                        <a:ea typeface="Calibri" panose="020F0502020204030204" pitchFamily="34" charset="0"/>
                        <a:cs typeface="Times New Roman" panose="02020603050405020304" pitchFamily="18" charset="0"/>
                      </a:endParaRPr>
                    </a:p>
                  </a:txBody>
                  <a:tcPr marL="68580" marR="68580" marT="0" marB="0"/>
                </a:tc>
                <a:tc>
                  <a:txBody>
                    <a:bodyPr/>
                    <a:lstStyle/>
                    <a:p>
                      <a:pPr algn="l"/>
                      <a:r>
                        <a:rPr lang="en-US" sz="1200" dirty="0"/>
                        <a:t>Arduino-based traffic control that automatically clears emergency vehicles and detects stolen vehicles. Uses real-time data to adjust signal timings dynamically.</a:t>
                      </a:r>
                      <a:endParaRPr lang="en-IN" sz="1200" dirty="0">
                        <a:latin typeface="+mn-lt"/>
                      </a:endParaRPr>
                    </a:p>
                  </a:txBody>
                  <a:tcPr/>
                </a:tc>
                <a:tc>
                  <a:txBody>
                    <a:bodyPr/>
                    <a:lstStyle/>
                    <a:p>
                      <a:pPr marL="0" marR="0" algn="l">
                        <a:lnSpc>
                          <a:spcPct val="150000"/>
                        </a:lnSpc>
                        <a:spcAft>
                          <a:spcPts val="1000"/>
                        </a:spcAft>
                        <a:buNone/>
                      </a:pPr>
                      <a:r>
                        <a:rPr lang="en-US" sz="1200" dirty="0"/>
                        <a:t>Fixed-timer signals cause congestion and delay emergency vehicles. No automated vehicle monitoring.</a:t>
                      </a:r>
                      <a:endParaRPr lang="en-US" sz="1200" dirty="0">
                        <a:effectLst/>
                        <a:latin typeface="+mn-lt"/>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810387051"/>
                  </a:ext>
                </a:extLst>
              </a:tr>
            </a:tbl>
          </a:graphicData>
        </a:graphic>
      </p:graphicFrame>
    </p:spTree>
    <p:extLst>
      <p:ext uri="{BB962C8B-B14F-4D97-AF65-F5344CB8AC3E}">
        <p14:creationId xmlns:p14="http://schemas.microsoft.com/office/powerpoint/2010/main" val="4103825020"/>
      </p:ext>
    </p:extLst>
  </p:cSld>
  <p:clrMapOvr>
    <a:masterClrMapping/>
  </p:clrMapOvr>
  <p:transition spd="slow">
    <p:push dir="u"/>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F68ADB-F1FB-1593-0291-8446ACD4A5EA}"/>
            </a:ext>
          </a:extLst>
        </p:cNvPr>
        <p:cNvGrpSpPr/>
        <p:nvPr/>
      </p:nvGrpSpPr>
      <p:grpSpPr>
        <a:xfrm>
          <a:off x="0" y="0"/>
          <a:ext cx="0" cy="0"/>
          <a:chOff x="0" y="0"/>
          <a:chExt cx="0" cy="0"/>
        </a:xfrm>
      </p:grpSpPr>
      <p:sp>
        <p:nvSpPr>
          <p:cNvPr id="5" name="Rectangle">
            <a:extLst>
              <a:ext uri="{FF2B5EF4-FFF2-40B4-BE49-F238E27FC236}">
                <a16:creationId xmlns:a16="http://schemas.microsoft.com/office/drawing/2014/main" id="{B64671DE-04E6-A9C0-3F27-BD7F435610EB}"/>
              </a:ext>
            </a:extLst>
          </p:cNvPr>
          <p:cNvSpPr/>
          <p:nvPr/>
        </p:nvSpPr>
        <p:spPr>
          <a:xfrm flipH="1">
            <a:off x="-24000" y="-2"/>
            <a:ext cx="2469463" cy="6858000"/>
          </a:xfrm>
          <a:prstGeom prst="rect">
            <a:avLst/>
          </a:prstGeom>
          <a:solidFill>
            <a:srgbClr val="F28E01"/>
          </a:solidFill>
          <a:ln w="12700">
            <a:miter lim="400000"/>
          </a:ln>
        </p:spPr>
        <p:txBody>
          <a:bodyPr lIns="50800" tIns="50800" rIns="50800" bIns="50800" anchor="ctr"/>
          <a:lstStyle/>
          <a:p>
            <a:pPr defTabSz="1130300">
              <a:defRPr sz="3200">
                <a:solidFill>
                  <a:srgbClr val="FFFFFF"/>
                </a:solidFill>
                <a:latin typeface="Graphik"/>
                <a:ea typeface="Graphik"/>
                <a:cs typeface="Graphik"/>
                <a:sym typeface="Graphik"/>
              </a:defRPr>
            </a:pPr>
            <a:endParaRPr sz="3200" baseline="-25000"/>
          </a:p>
        </p:txBody>
      </p:sp>
      <p:sp>
        <p:nvSpPr>
          <p:cNvPr id="8" name="Rectangle">
            <a:extLst>
              <a:ext uri="{FF2B5EF4-FFF2-40B4-BE49-F238E27FC236}">
                <a16:creationId xmlns:a16="http://schemas.microsoft.com/office/drawing/2014/main" id="{87EAF6E2-4043-AEF3-D360-98FC9472A267}"/>
              </a:ext>
            </a:extLst>
          </p:cNvPr>
          <p:cNvSpPr/>
          <p:nvPr/>
        </p:nvSpPr>
        <p:spPr>
          <a:xfrm flipH="1">
            <a:off x="11496000" y="1"/>
            <a:ext cx="257907" cy="6858000"/>
          </a:xfrm>
          <a:prstGeom prst="rect">
            <a:avLst/>
          </a:prstGeom>
          <a:solidFill>
            <a:srgbClr val="F28E01"/>
          </a:solidFill>
          <a:ln w="12700">
            <a:miter lim="400000"/>
          </a:ln>
        </p:spPr>
        <p:txBody>
          <a:bodyPr lIns="50800" tIns="50800" rIns="50800" bIns="50800" anchor="ctr"/>
          <a:lstStyle/>
          <a:p>
            <a:pPr defTabSz="1130300">
              <a:defRPr sz="3300">
                <a:solidFill>
                  <a:srgbClr val="FFFFFF"/>
                </a:solidFill>
                <a:latin typeface="Graphik"/>
                <a:ea typeface="Graphik"/>
                <a:cs typeface="Graphik"/>
                <a:sym typeface="Graphik"/>
              </a:defRPr>
            </a:pPr>
            <a:endParaRPr sz="3300"/>
          </a:p>
        </p:txBody>
      </p:sp>
      <p:sp>
        <p:nvSpPr>
          <p:cNvPr id="14" name="Title 1">
            <a:extLst>
              <a:ext uri="{FF2B5EF4-FFF2-40B4-BE49-F238E27FC236}">
                <a16:creationId xmlns:a16="http://schemas.microsoft.com/office/drawing/2014/main" id="{FD741CC3-B434-4C04-E01C-CF87DCBBD3E5}"/>
              </a:ext>
            </a:extLst>
          </p:cNvPr>
          <p:cNvSpPr>
            <a:spLocks noGrp="1"/>
          </p:cNvSpPr>
          <p:nvPr>
            <p:ph type="title"/>
          </p:nvPr>
        </p:nvSpPr>
        <p:spPr>
          <a:xfrm>
            <a:off x="2514600" y="151605"/>
            <a:ext cx="8839199" cy="1143000"/>
          </a:xfrm>
        </p:spPr>
        <p:txBody>
          <a:bodyPr/>
          <a:lstStyle/>
          <a:p>
            <a:r>
              <a:rPr lang="en-IN" dirty="0"/>
              <a:t>LITERATURE SURVEY</a:t>
            </a:r>
          </a:p>
        </p:txBody>
      </p:sp>
      <p:sp>
        <p:nvSpPr>
          <p:cNvPr id="15" name="Content Placeholder 2">
            <a:extLst>
              <a:ext uri="{FF2B5EF4-FFF2-40B4-BE49-F238E27FC236}">
                <a16:creationId xmlns:a16="http://schemas.microsoft.com/office/drawing/2014/main" id="{B87204DD-F72C-EE91-E68D-8C8945B8EF27}"/>
              </a:ext>
            </a:extLst>
          </p:cNvPr>
          <p:cNvSpPr>
            <a:spLocks noGrp="1"/>
          </p:cNvSpPr>
          <p:nvPr>
            <p:ph idx="1"/>
          </p:nvPr>
        </p:nvSpPr>
        <p:spPr>
          <a:xfrm>
            <a:off x="2743200" y="1706563"/>
            <a:ext cx="8229600" cy="3429155"/>
          </a:xfrm>
        </p:spPr>
        <p:txBody>
          <a:bodyPr>
            <a:normAutofit/>
          </a:bodyPr>
          <a:lstStyle/>
          <a:p>
            <a:pPr>
              <a:buNone/>
            </a:pPr>
            <a:endParaRPr lang="en-IN" dirty="0"/>
          </a:p>
          <a:p>
            <a:pPr marL="0" indent="0">
              <a:buNone/>
            </a:pPr>
            <a:endParaRPr lang="en-IN" dirty="0"/>
          </a:p>
          <a:p>
            <a:pPr marL="0" indent="0">
              <a:buNone/>
            </a:pPr>
            <a:endParaRPr lang="en-US" dirty="0"/>
          </a:p>
        </p:txBody>
      </p:sp>
      <p:graphicFrame>
        <p:nvGraphicFramePr>
          <p:cNvPr id="2" name="Table 1">
            <a:extLst>
              <a:ext uri="{FF2B5EF4-FFF2-40B4-BE49-F238E27FC236}">
                <a16:creationId xmlns:a16="http://schemas.microsoft.com/office/drawing/2014/main" id="{45F89CCC-928F-9C87-F064-FDC86FFAA41D}"/>
              </a:ext>
            </a:extLst>
          </p:cNvPr>
          <p:cNvGraphicFramePr>
            <a:graphicFrameLocks noGrp="1"/>
          </p:cNvGraphicFramePr>
          <p:nvPr>
            <p:extLst>
              <p:ext uri="{D42A27DB-BD31-4B8C-83A1-F6EECF244321}">
                <p14:modId xmlns:p14="http://schemas.microsoft.com/office/powerpoint/2010/main" val="1094702109"/>
              </p:ext>
            </p:extLst>
          </p:nvPr>
        </p:nvGraphicFramePr>
        <p:xfrm>
          <a:off x="2445465" y="1416687"/>
          <a:ext cx="9050535" cy="3624580"/>
        </p:xfrm>
        <a:graphic>
          <a:graphicData uri="http://schemas.openxmlformats.org/drawingml/2006/table">
            <a:tbl>
              <a:tblPr firstRow="1" bandRow="1">
                <a:tableStyleId>{5C22544A-7EE6-4342-B048-85BDC9FD1C3A}</a:tableStyleId>
              </a:tblPr>
              <a:tblGrid>
                <a:gridCol w="646546">
                  <a:extLst>
                    <a:ext uri="{9D8B030D-6E8A-4147-A177-3AD203B41FA5}">
                      <a16:colId xmlns:a16="http://schemas.microsoft.com/office/drawing/2014/main" val="3031133096"/>
                    </a:ext>
                  </a:extLst>
                </a:gridCol>
                <a:gridCol w="2394391">
                  <a:extLst>
                    <a:ext uri="{9D8B030D-6E8A-4147-A177-3AD203B41FA5}">
                      <a16:colId xmlns:a16="http://schemas.microsoft.com/office/drawing/2014/main" val="1934286308"/>
                    </a:ext>
                  </a:extLst>
                </a:gridCol>
                <a:gridCol w="1219200">
                  <a:extLst>
                    <a:ext uri="{9D8B030D-6E8A-4147-A177-3AD203B41FA5}">
                      <a16:colId xmlns:a16="http://schemas.microsoft.com/office/drawing/2014/main" val="1250469601"/>
                    </a:ext>
                  </a:extLst>
                </a:gridCol>
                <a:gridCol w="1066800">
                  <a:extLst>
                    <a:ext uri="{9D8B030D-6E8A-4147-A177-3AD203B41FA5}">
                      <a16:colId xmlns:a16="http://schemas.microsoft.com/office/drawing/2014/main" val="1003763719"/>
                    </a:ext>
                  </a:extLst>
                </a:gridCol>
                <a:gridCol w="1828800">
                  <a:extLst>
                    <a:ext uri="{9D8B030D-6E8A-4147-A177-3AD203B41FA5}">
                      <a16:colId xmlns:a16="http://schemas.microsoft.com/office/drawing/2014/main" val="225965863"/>
                    </a:ext>
                  </a:extLst>
                </a:gridCol>
                <a:gridCol w="1894798">
                  <a:extLst>
                    <a:ext uri="{9D8B030D-6E8A-4147-A177-3AD203B41FA5}">
                      <a16:colId xmlns:a16="http://schemas.microsoft.com/office/drawing/2014/main" val="1280028463"/>
                    </a:ext>
                  </a:extLst>
                </a:gridCol>
              </a:tblGrid>
              <a:tr h="1442896">
                <a:tc>
                  <a:txBody>
                    <a:bodyPr/>
                    <a:lstStyle/>
                    <a:p>
                      <a:pPr marL="0" algn="ctr" defTabSz="914400" rtl="0" eaLnBrk="1" latinLnBrk="0" hangingPunct="1"/>
                      <a:r>
                        <a:rPr kumimoji="0" lang="en-US" sz="1800" b="1" kern="1200" dirty="0">
                          <a:solidFill>
                            <a:schemeClr val="lt1"/>
                          </a:solidFill>
                          <a:latin typeface="+mn-lt"/>
                          <a:ea typeface="+mn-ea"/>
                          <a:cs typeface="+mn-cs"/>
                        </a:rPr>
                        <a:t>S.N</a:t>
                      </a:r>
                    </a:p>
                  </a:txBody>
                  <a:tcPr anchor="ctr"/>
                </a:tc>
                <a:tc>
                  <a:txBody>
                    <a:bodyPr/>
                    <a:lstStyle/>
                    <a:p>
                      <a:pPr marL="0" algn="ctr" defTabSz="914400" rtl="0" eaLnBrk="1" latinLnBrk="0" hangingPunct="1"/>
                      <a:r>
                        <a:rPr kumimoji="0" lang="en-US" sz="1800" b="1" kern="1200" dirty="0">
                          <a:solidFill>
                            <a:schemeClr val="lt1"/>
                          </a:solidFill>
                          <a:latin typeface="+mn-lt"/>
                          <a:ea typeface="+mn-ea"/>
                          <a:cs typeface="+mn-cs"/>
                        </a:rPr>
                        <a:t>Paper title </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kern="1200" dirty="0">
                          <a:solidFill>
                            <a:schemeClr val="lt1"/>
                          </a:solidFill>
                          <a:latin typeface="+mn-lt"/>
                          <a:ea typeface="+mn-ea"/>
                          <a:cs typeface="+mn-cs"/>
                        </a:rPr>
                        <a:t>Publication details</a:t>
                      </a:r>
                    </a:p>
                  </a:txBody>
                  <a:tcPr anchor="ctr"/>
                </a:tc>
                <a:tc>
                  <a:txBody>
                    <a:bodyPr/>
                    <a:lstStyle/>
                    <a:p>
                      <a:pPr marL="0" algn="ctr" defTabSz="914400" rtl="0" eaLnBrk="1" latinLnBrk="0" hangingPunct="1"/>
                      <a:r>
                        <a:rPr kumimoji="0" lang="en-US" sz="1800" b="1" kern="1200" dirty="0">
                          <a:solidFill>
                            <a:schemeClr val="lt1"/>
                          </a:solidFill>
                          <a:latin typeface="+mn-lt"/>
                          <a:ea typeface="+mn-ea"/>
                          <a:cs typeface="+mn-cs"/>
                        </a:rPr>
                        <a:t>Problem addressed in the paper</a:t>
                      </a:r>
                    </a:p>
                  </a:txBody>
                  <a:tcPr anchor="ctr"/>
                </a:tc>
                <a:tc>
                  <a:txBody>
                    <a:bodyPr/>
                    <a:lstStyle/>
                    <a:p>
                      <a:pPr marL="0" algn="ctr" defTabSz="914400" rtl="0" eaLnBrk="1" latinLnBrk="0" hangingPunct="1"/>
                      <a:r>
                        <a:rPr kumimoji="0" lang="en-US" sz="1800" b="1" kern="1200" dirty="0">
                          <a:solidFill>
                            <a:schemeClr val="lt1"/>
                          </a:solidFill>
                          <a:latin typeface="+mn-lt"/>
                          <a:ea typeface="+mn-ea"/>
                          <a:cs typeface="+mn-cs"/>
                        </a:rPr>
                        <a:t>Author’s idea/approach</a:t>
                      </a:r>
                    </a:p>
                  </a:txBody>
                  <a:tcPr anchor="ctr"/>
                </a:tc>
                <a:tc>
                  <a:txBody>
                    <a:bodyPr/>
                    <a:lstStyle/>
                    <a:p>
                      <a:pPr marL="0" algn="ctr" defTabSz="914400" rtl="0" eaLnBrk="1" latinLnBrk="0" hangingPunct="1"/>
                      <a:r>
                        <a:rPr kumimoji="0" lang="en-US" sz="1800" b="1" kern="1200" dirty="0">
                          <a:solidFill>
                            <a:schemeClr val="lt1"/>
                          </a:solidFill>
                          <a:latin typeface="+mn-lt"/>
                          <a:ea typeface="+mn-ea"/>
                          <a:cs typeface="+mn-cs"/>
                        </a:rPr>
                        <a:t>Shortfalls in author’s approach and solution provided in the proposed methodology</a:t>
                      </a:r>
                    </a:p>
                  </a:txBody>
                  <a:tcPr anchor="ctr"/>
                </a:tc>
                <a:extLst>
                  <a:ext uri="{0D108BD9-81ED-4DB2-BD59-A6C34878D82A}">
                    <a16:rowId xmlns:a16="http://schemas.microsoft.com/office/drawing/2014/main" val="228140503"/>
                  </a:ext>
                </a:extLst>
              </a:tr>
              <a:tr h="1584361">
                <a:tc>
                  <a:txBody>
                    <a:bodyPr/>
                    <a:lstStyle/>
                    <a:p>
                      <a:pPr marL="0" marR="0" algn="just">
                        <a:lnSpc>
                          <a:spcPct val="150000"/>
                        </a:lnSpc>
                        <a:spcAft>
                          <a:spcPts val="1000"/>
                        </a:spcAft>
                        <a:buNone/>
                      </a:pPr>
                      <a:r>
                        <a:rPr lang="en-IN" sz="1200" b="1" dirty="0">
                          <a:effectLst/>
                          <a:latin typeface="+mn-lt"/>
                          <a:ea typeface="Calibri" panose="020F0502020204030204" pitchFamily="34" charset="0"/>
                          <a:cs typeface="Times New Roman" panose="02020603050405020304" pitchFamily="18" charset="0"/>
                        </a:rPr>
                        <a:t>2</a:t>
                      </a:r>
                      <a:endParaRPr lang="en-US" sz="1200" dirty="0">
                        <a:effectLst/>
                        <a:latin typeface="+mn-lt"/>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50000"/>
                        </a:lnSpc>
                        <a:spcAft>
                          <a:spcPts val="1000"/>
                        </a:spcAft>
                        <a:buNone/>
                      </a:pPr>
                      <a:r>
                        <a:rPr lang="en-US" sz="1200" dirty="0"/>
                        <a:t>An Optimal Control Strategy for Emergency Vehicle Priority System in Smart Cities Using Edge Computing and IoT Sensors</a:t>
                      </a:r>
                      <a:endParaRPr lang="en-US" sz="1200" dirty="0">
                        <a:effectLst/>
                        <a:latin typeface="+mn-lt"/>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50000"/>
                        </a:lnSpc>
                        <a:spcAft>
                          <a:spcPts val="1000"/>
                        </a:spcAft>
                        <a:buNone/>
                      </a:pPr>
                      <a:endParaRPr lang="en-IN" sz="1200" dirty="0">
                        <a:effectLst/>
                        <a:latin typeface="+mn-lt"/>
                        <a:ea typeface="Calibri" panose="020F0502020204030204" pitchFamily="34" charset="0"/>
                        <a:cs typeface="Times New Roman" panose="02020603050405020304" pitchFamily="18" charset="0"/>
                      </a:endParaRPr>
                    </a:p>
                    <a:p>
                      <a:pPr marL="0" marR="0" algn="just">
                        <a:lnSpc>
                          <a:spcPct val="150000"/>
                        </a:lnSpc>
                        <a:spcAft>
                          <a:spcPts val="1000"/>
                        </a:spcAft>
                        <a:buNone/>
                      </a:pPr>
                      <a:r>
                        <a:rPr lang="en-IN" sz="1200" dirty="0">
                          <a:effectLst/>
                          <a:latin typeface="+mn-lt"/>
                          <a:ea typeface="Calibri" panose="020F0502020204030204" pitchFamily="34" charset="0"/>
                          <a:cs typeface="Times New Roman" panose="02020603050405020304" pitchFamily="18" charset="0"/>
                        </a:rPr>
                        <a:t>2023</a:t>
                      </a:r>
                      <a:endParaRPr lang="en-US" sz="1200" dirty="0">
                        <a:effectLst/>
                        <a:latin typeface="+mn-lt"/>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50000"/>
                        </a:lnSpc>
                        <a:spcAft>
                          <a:spcPts val="1000"/>
                        </a:spcAft>
                        <a:buNone/>
                      </a:pPr>
                      <a:r>
                        <a:rPr lang="en-IN" sz="1200" dirty="0">
                          <a:effectLst/>
                          <a:latin typeface="+mn-lt"/>
                          <a:ea typeface="Calibri" panose="020F0502020204030204" pitchFamily="34" charset="0"/>
                          <a:cs typeface="Times New Roman" panose="02020603050405020304" pitchFamily="18" charset="0"/>
                        </a:rPr>
                        <a:t>R. Pradeep,</a:t>
                      </a:r>
                    </a:p>
                    <a:p>
                      <a:pPr marL="0" marR="0" algn="just">
                        <a:lnSpc>
                          <a:spcPct val="150000"/>
                        </a:lnSpc>
                        <a:spcAft>
                          <a:spcPts val="1000"/>
                        </a:spcAft>
                        <a:buNone/>
                      </a:pPr>
                      <a:r>
                        <a:rPr lang="en-IN" sz="1200" dirty="0">
                          <a:effectLst/>
                          <a:latin typeface="+mn-lt"/>
                          <a:ea typeface="Calibri" panose="020F0502020204030204" pitchFamily="34" charset="0"/>
                          <a:cs typeface="Times New Roman" panose="02020603050405020304" pitchFamily="18" charset="0"/>
                        </a:rPr>
                        <a:t>M. Ramesh, </a:t>
                      </a:r>
                    </a:p>
                    <a:p>
                      <a:pPr marL="0" marR="0" algn="just">
                        <a:lnSpc>
                          <a:spcPct val="150000"/>
                        </a:lnSpc>
                        <a:spcAft>
                          <a:spcPts val="1000"/>
                        </a:spcAft>
                        <a:buNone/>
                      </a:pPr>
                      <a:r>
                        <a:rPr lang="en-IN" sz="1200" dirty="0">
                          <a:effectLst/>
                          <a:latin typeface="+mn-lt"/>
                          <a:ea typeface="Calibri" panose="020F0502020204030204" pitchFamily="34" charset="0"/>
                          <a:cs typeface="Times New Roman" panose="02020603050405020304" pitchFamily="18" charset="0"/>
                        </a:rPr>
                        <a:t>P. Suresh.</a:t>
                      </a:r>
                      <a:endParaRPr lang="en-US" sz="1200" dirty="0">
                        <a:effectLst/>
                        <a:latin typeface="+mn-lt"/>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50000"/>
                        </a:lnSpc>
                        <a:spcAft>
                          <a:spcPts val="1000"/>
                        </a:spcAft>
                        <a:buNone/>
                      </a:pPr>
                      <a:r>
                        <a:rPr lang="en-US" sz="1200" dirty="0"/>
                        <a:t>Uses IoT sensors and edge computing to detect ambulances and compute optimized signal timings for priority movement.</a:t>
                      </a:r>
                      <a:endParaRPr lang="en-US" sz="1200" dirty="0">
                        <a:effectLst/>
                        <a:latin typeface="+mn-lt"/>
                        <a:ea typeface="Calibri" panose="020F0502020204030204" pitchFamily="34" charset="0"/>
                        <a:cs typeface="Times New Roman" panose="02020603050405020304" pitchFamily="18" charset="0"/>
                      </a:endParaRPr>
                    </a:p>
                  </a:txBody>
                  <a:tcPr marL="68580" marR="68580" marT="0" marB="0"/>
                </a:tc>
                <a:tc>
                  <a:txBody>
                    <a:bodyPr/>
                    <a:lstStyle/>
                    <a:p>
                      <a:pPr marL="0" marR="0" algn="l">
                        <a:lnSpc>
                          <a:spcPct val="150000"/>
                        </a:lnSpc>
                        <a:spcAft>
                          <a:spcPts val="1000"/>
                        </a:spcAft>
                        <a:buNone/>
                      </a:pPr>
                      <a:r>
                        <a:rPr lang="en-US" sz="1200" dirty="0"/>
                        <a:t>Manual emergency clearance causes confusion; relies on human intervention.</a:t>
                      </a:r>
                      <a:br>
                        <a:rPr lang="en-US" sz="1200" dirty="0"/>
                      </a:br>
                      <a:endParaRPr lang="en-US" sz="1200" dirty="0">
                        <a:effectLst/>
                        <a:latin typeface="+mn-lt"/>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810387051"/>
                  </a:ext>
                </a:extLst>
              </a:tr>
            </a:tbl>
          </a:graphicData>
        </a:graphic>
      </p:graphicFrame>
      <p:sp>
        <p:nvSpPr>
          <p:cNvPr id="6" name="Content Placeholder 2">
            <a:extLst>
              <a:ext uri="{FF2B5EF4-FFF2-40B4-BE49-F238E27FC236}">
                <a16:creationId xmlns:a16="http://schemas.microsoft.com/office/drawing/2014/main" id="{FE9B023B-E1CD-85BC-110E-80BB39F54664}"/>
              </a:ext>
            </a:extLst>
          </p:cNvPr>
          <p:cNvSpPr txBox="1">
            <a:spLocks/>
          </p:cNvSpPr>
          <p:nvPr/>
        </p:nvSpPr>
        <p:spPr>
          <a:xfrm>
            <a:off x="2445464" y="5135718"/>
            <a:ext cx="9050535" cy="1448595"/>
          </a:xfrm>
          <a:prstGeom prst="rect">
            <a:avLst/>
          </a:prstGeom>
        </p:spPr>
        <p:txBody>
          <a:bodyPr vert="horz" lIns="91440" tIns="45720" rIns="91440" bIns="45720" rtlCol="0">
            <a:normAutofit fontScale="6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b="1" dirty="0"/>
              <a:t>How Addressed:</a:t>
            </a:r>
            <a:br>
              <a:rPr lang="en-US" dirty="0"/>
            </a:br>
            <a:r>
              <a:rPr lang="en-US" dirty="0"/>
              <a:t>         Edge computing reduces delay and minimizes disruption to normal traffic.</a:t>
            </a:r>
          </a:p>
          <a:p>
            <a:pPr marL="0" indent="0">
              <a:buNone/>
            </a:pPr>
            <a:br>
              <a:rPr lang="en-US" dirty="0"/>
            </a:br>
            <a:r>
              <a:rPr lang="en-US" b="1" dirty="0"/>
              <a:t>Paper Link:</a:t>
            </a:r>
            <a:br>
              <a:rPr lang="en-US" dirty="0"/>
            </a:br>
            <a:r>
              <a:rPr lang="en-US" dirty="0"/>
              <a:t>🔗 </a:t>
            </a:r>
            <a:r>
              <a:rPr lang="en-US" dirty="0">
                <a:hlinkClick r:id="rId3"/>
              </a:rPr>
              <a:t>https://www.sciencedirect.com/science/article/pii/S2665917423000338</a:t>
            </a:r>
            <a:endParaRPr lang="en-US" dirty="0"/>
          </a:p>
        </p:txBody>
      </p:sp>
    </p:spTree>
    <p:extLst>
      <p:ext uri="{BB962C8B-B14F-4D97-AF65-F5344CB8AC3E}">
        <p14:creationId xmlns:p14="http://schemas.microsoft.com/office/powerpoint/2010/main" val="986936436"/>
      </p:ext>
    </p:extLst>
  </p:cSld>
  <p:clrMapOvr>
    <a:masterClrMapping/>
  </p:clrMapOvr>
  <p:transition spd="slow">
    <p:push dir="u"/>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B1BBAE-7442-02F3-10FB-05034548E73F}"/>
            </a:ext>
          </a:extLst>
        </p:cNvPr>
        <p:cNvGrpSpPr/>
        <p:nvPr/>
      </p:nvGrpSpPr>
      <p:grpSpPr>
        <a:xfrm>
          <a:off x="0" y="0"/>
          <a:ext cx="0" cy="0"/>
          <a:chOff x="0" y="0"/>
          <a:chExt cx="0" cy="0"/>
        </a:xfrm>
      </p:grpSpPr>
      <p:sp>
        <p:nvSpPr>
          <p:cNvPr id="5" name="Rectangle">
            <a:extLst>
              <a:ext uri="{FF2B5EF4-FFF2-40B4-BE49-F238E27FC236}">
                <a16:creationId xmlns:a16="http://schemas.microsoft.com/office/drawing/2014/main" id="{A7AFA963-61E4-CAA2-CEF8-C38CD366E61A}"/>
              </a:ext>
            </a:extLst>
          </p:cNvPr>
          <p:cNvSpPr/>
          <p:nvPr/>
        </p:nvSpPr>
        <p:spPr>
          <a:xfrm flipH="1">
            <a:off x="-24000" y="-2"/>
            <a:ext cx="2469463" cy="6858000"/>
          </a:xfrm>
          <a:prstGeom prst="rect">
            <a:avLst/>
          </a:prstGeom>
          <a:solidFill>
            <a:srgbClr val="F28E01"/>
          </a:solidFill>
          <a:ln w="12700">
            <a:miter lim="400000"/>
          </a:ln>
        </p:spPr>
        <p:txBody>
          <a:bodyPr lIns="50800" tIns="50800" rIns="50800" bIns="50800" anchor="ctr"/>
          <a:lstStyle/>
          <a:p>
            <a:pPr defTabSz="1130300">
              <a:defRPr sz="3200">
                <a:solidFill>
                  <a:srgbClr val="FFFFFF"/>
                </a:solidFill>
                <a:latin typeface="Graphik"/>
                <a:ea typeface="Graphik"/>
                <a:cs typeface="Graphik"/>
                <a:sym typeface="Graphik"/>
              </a:defRPr>
            </a:pPr>
            <a:endParaRPr sz="3200" baseline="-25000"/>
          </a:p>
        </p:txBody>
      </p:sp>
      <p:sp>
        <p:nvSpPr>
          <p:cNvPr id="8" name="Rectangle">
            <a:extLst>
              <a:ext uri="{FF2B5EF4-FFF2-40B4-BE49-F238E27FC236}">
                <a16:creationId xmlns:a16="http://schemas.microsoft.com/office/drawing/2014/main" id="{AB58927B-194A-F987-8412-C7DE657B802E}"/>
              </a:ext>
            </a:extLst>
          </p:cNvPr>
          <p:cNvSpPr/>
          <p:nvPr/>
        </p:nvSpPr>
        <p:spPr>
          <a:xfrm flipH="1">
            <a:off x="11496000" y="1"/>
            <a:ext cx="257907" cy="6858000"/>
          </a:xfrm>
          <a:prstGeom prst="rect">
            <a:avLst/>
          </a:prstGeom>
          <a:solidFill>
            <a:srgbClr val="F28E01"/>
          </a:solidFill>
          <a:ln w="12700">
            <a:miter lim="400000"/>
          </a:ln>
        </p:spPr>
        <p:txBody>
          <a:bodyPr lIns="50800" tIns="50800" rIns="50800" bIns="50800" anchor="ctr"/>
          <a:lstStyle/>
          <a:p>
            <a:pPr defTabSz="1130300">
              <a:defRPr sz="3300">
                <a:solidFill>
                  <a:srgbClr val="FFFFFF"/>
                </a:solidFill>
                <a:latin typeface="Graphik"/>
                <a:ea typeface="Graphik"/>
                <a:cs typeface="Graphik"/>
                <a:sym typeface="Graphik"/>
              </a:defRPr>
            </a:pPr>
            <a:endParaRPr sz="3300"/>
          </a:p>
        </p:txBody>
      </p:sp>
      <p:sp>
        <p:nvSpPr>
          <p:cNvPr id="14" name="Title 1">
            <a:extLst>
              <a:ext uri="{FF2B5EF4-FFF2-40B4-BE49-F238E27FC236}">
                <a16:creationId xmlns:a16="http://schemas.microsoft.com/office/drawing/2014/main" id="{527F1284-818E-B208-AB15-7C5DCB0EE57E}"/>
              </a:ext>
            </a:extLst>
          </p:cNvPr>
          <p:cNvSpPr>
            <a:spLocks noGrp="1"/>
          </p:cNvSpPr>
          <p:nvPr>
            <p:ph type="title"/>
          </p:nvPr>
        </p:nvSpPr>
        <p:spPr>
          <a:xfrm>
            <a:off x="2514600" y="151605"/>
            <a:ext cx="8839199" cy="1143000"/>
          </a:xfrm>
        </p:spPr>
        <p:txBody>
          <a:bodyPr/>
          <a:lstStyle/>
          <a:p>
            <a:r>
              <a:rPr lang="en-IN" dirty="0"/>
              <a:t>LITERATURE SURVEY</a:t>
            </a:r>
          </a:p>
        </p:txBody>
      </p:sp>
      <p:sp>
        <p:nvSpPr>
          <p:cNvPr id="15" name="Content Placeholder 2">
            <a:extLst>
              <a:ext uri="{FF2B5EF4-FFF2-40B4-BE49-F238E27FC236}">
                <a16:creationId xmlns:a16="http://schemas.microsoft.com/office/drawing/2014/main" id="{DA3990C0-587E-B6E5-0F7E-EBF9308CF7F6}"/>
              </a:ext>
            </a:extLst>
          </p:cNvPr>
          <p:cNvSpPr>
            <a:spLocks noGrp="1"/>
          </p:cNvSpPr>
          <p:nvPr>
            <p:ph idx="1"/>
          </p:nvPr>
        </p:nvSpPr>
        <p:spPr>
          <a:xfrm>
            <a:off x="2743200" y="1706563"/>
            <a:ext cx="8229600" cy="3004088"/>
          </a:xfrm>
        </p:spPr>
        <p:txBody>
          <a:bodyPr>
            <a:normAutofit/>
          </a:bodyPr>
          <a:lstStyle/>
          <a:p>
            <a:pPr>
              <a:buNone/>
            </a:pPr>
            <a:endParaRPr lang="en-IN" dirty="0"/>
          </a:p>
          <a:p>
            <a:pPr marL="0" indent="0">
              <a:buNone/>
            </a:pPr>
            <a:endParaRPr lang="en-IN" dirty="0"/>
          </a:p>
          <a:p>
            <a:pPr marL="0" indent="0">
              <a:buNone/>
            </a:pPr>
            <a:endParaRPr lang="en-US" dirty="0"/>
          </a:p>
        </p:txBody>
      </p:sp>
      <p:graphicFrame>
        <p:nvGraphicFramePr>
          <p:cNvPr id="2" name="Table 1">
            <a:extLst>
              <a:ext uri="{FF2B5EF4-FFF2-40B4-BE49-F238E27FC236}">
                <a16:creationId xmlns:a16="http://schemas.microsoft.com/office/drawing/2014/main" id="{41FC7206-47C1-5F0A-A124-F834191A2D5F}"/>
              </a:ext>
            </a:extLst>
          </p:cNvPr>
          <p:cNvGraphicFramePr>
            <a:graphicFrameLocks noGrp="1"/>
          </p:cNvGraphicFramePr>
          <p:nvPr>
            <p:extLst>
              <p:ext uri="{D42A27DB-BD31-4B8C-83A1-F6EECF244321}">
                <p14:modId xmlns:p14="http://schemas.microsoft.com/office/powerpoint/2010/main" val="3729910187"/>
              </p:ext>
            </p:extLst>
          </p:nvPr>
        </p:nvGraphicFramePr>
        <p:xfrm>
          <a:off x="2445464" y="1476620"/>
          <a:ext cx="9072672" cy="3737304"/>
        </p:xfrm>
        <a:graphic>
          <a:graphicData uri="http://schemas.openxmlformats.org/drawingml/2006/table">
            <a:tbl>
              <a:tblPr firstRow="1" bandRow="1">
                <a:tableStyleId>{5C22544A-7EE6-4342-B048-85BDC9FD1C3A}</a:tableStyleId>
              </a:tblPr>
              <a:tblGrid>
                <a:gridCol w="648127">
                  <a:extLst>
                    <a:ext uri="{9D8B030D-6E8A-4147-A177-3AD203B41FA5}">
                      <a16:colId xmlns:a16="http://schemas.microsoft.com/office/drawing/2014/main" val="3031133096"/>
                    </a:ext>
                  </a:extLst>
                </a:gridCol>
                <a:gridCol w="2400248">
                  <a:extLst>
                    <a:ext uri="{9D8B030D-6E8A-4147-A177-3AD203B41FA5}">
                      <a16:colId xmlns:a16="http://schemas.microsoft.com/office/drawing/2014/main" val="1934286308"/>
                    </a:ext>
                  </a:extLst>
                </a:gridCol>
                <a:gridCol w="1222182">
                  <a:extLst>
                    <a:ext uri="{9D8B030D-6E8A-4147-A177-3AD203B41FA5}">
                      <a16:colId xmlns:a16="http://schemas.microsoft.com/office/drawing/2014/main" val="1250469601"/>
                    </a:ext>
                  </a:extLst>
                </a:gridCol>
                <a:gridCol w="1069409">
                  <a:extLst>
                    <a:ext uri="{9D8B030D-6E8A-4147-A177-3AD203B41FA5}">
                      <a16:colId xmlns:a16="http://schemas.microsoft.com/office/drawing/2014/main" val="1003763719"/>
                    </a:ext>
                  </a:extLst>
                </a:gridCol>
                <a:gridCol w="1833273">
                  <a:extLst>
                    <a:ext uri="{9D8B030D-6E8A-4147-A177-3AD203B41FA5}">
                      <a16:colId xmlns:a16="http://schemas.microsoft.com/office/drawing/2014/main" val="225965863"/>
                    </a:ext>
                  </a:extLst>
                </a:gridCol>
                <a:gridCol w="1899433">
                  <a:extLst>
                    <a:ext uri="{9D8B030D-6E8A-4147-A177-3AD203B41FA5}">
                      <a16:colId xmlns:a16="http://schemas.microsoft.com/office/drawing/2014/main" val="1280028463"/>
                    </a:ext>
                  </a:extLst>
                </a:gridCol>
              </a:tblGrid>
              <a:tr h="1508407">
                <a:tc>
                  <a:txBody>
                    <a:bodyPr/>
                    <a:lstStyle/>
                    <a:p>
                      <a:pPr marL="0" algn="ctr" defTabSz="914400" rtl="0" eaLnBrk="1" latinLnBrk="0" hangingPunct="1"/>
                      <a:r>
                        <a:rPr kumimoji="0" lang="en-US" sz="1800" b="1" kern="1200" dirty="0">
                          <a:solidFill>
                            <a:schemeClr val="lt1"/>
                          </a:solidFill>
                          <a:latin typeface="+mn-lt"/>
                          <a:ea typeface="+mn-ea"/>
                          <a:cs typeface="+mn-cs"/>
                        </a:rPr>
                        <a:t>S.N</a:t>
                      </a:r>
                    </a:p>
                  </a:txBody>
                  <a:tcPr anchor="ctr"/>
                </a:tc>
                <a:tc>
                  <a:txBody>
                    <a:bodyPr/>
                    <a:lstStyle/>
                    <a:p>
                      <a:pPr marL="0" algn="ctr" defTabSz="914400" rtl="0" eaLnBrk="1" latinLnBrk="0" hangingPunct="1"/>
                      <a:r>
                        <a:rPr kumimoji="0" lang="en-US" sz="1800" b="1" kern="1200" dirty="0">
                          <a:solidFill>
                            <a:schemeClr val="lt1"/>
                          </a:solidFill>
                          <a:latin typeface="+mn-lt"/>
                          <a:ea typeface="+mn-ea"/>
                          <a:cs typeface="+mn-cs"/>
                        </a:rPr>
                        <a:t>Paper title </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kern="1200" dirty="0">
                          <a:solidFill>
                            <a:schemeClr val="lt1"/>
                          </a:solidFill>
                          <a:latin typeface="+mn-lt"/>
                          <a:ea typeface="+mn-ea"/>
                          <a:cs typeface="+mn-cs"/>
                        </a:rPr>
                        <a:t>Publication details</a:t>
                      </a:r>
                    </a:p>
                  </a:txBody>
                  <a:tcPr anchor="ctr"/>
                </a:tc>
                <a:tc>
                  <a:txBody>
                    <a:bodyPr/>
                    <a:lstStyle/>
                    <a:p>
                      <a:pPr marL="0" algn="ctr" defTabSz="914400" rtl="0" eaLnBrk="1" latinLnBrk="0" hangingPunct="1"/>
                      <a:r>
                        <a:rPr kumimoji="0" lang="en-US" sz="1800" b="1" kern="1200" dirty="0">
                          <a:solidFill>
                            <a:schemeClr val="lt1"/>
                          </a:solidFill>
                          <a:latin typeface="+mn-lt"/>
                          <a:ea typeface="+mn-ea"/>
                          <a:cs typeface="+mn-cs"/>
                        </a:rPr>
                        <a:t>Problem addressed in the paper</a:t>
                      </a:r>
                    </a:p>
                  </a:txBody>
                  <a:tcPr anchor="ctr"/>
                </a:tc>
                <a:tc>
                  <a:txBody>
                    <a:bodyPr/>
                    <a:lstStyle/>
                    <a:p>
                      <a:pPr marL="0" algn="ctr" defTabSz="914400" rtl="0" eaLnBrk="1" latinLnBrk="0" hangingPunct="1"/>
                      <a:r>
                        <a:rPr kumimoji="0" lang="en-US" sz="1800" b="1" kern="1200" dirty="0">
                          <a:solidFill>
                            <a:schemeClr val="lt1"/>
                          </a:solidFill>
                          <a:latin typeface="+mn-lt"/>
                          <a:ea typeface="+mn-ea"/>
                          <a:cs typeface="+mn-cs"/>
                        </a:rPr>
                        <a:t>Author’s idea/approach</a:t>
                      </a:r>
                    </a:p>
                  </a:txBody>
                  <a:tcPr anchor="ctr"/>
                </a:tc>
                <a:tc>
                  <a:txBody>
                    <a:bodyPr/>
                    <a:lstStyle/>
                    <a:p>
                      <a:pPr marL="0" algn="ctr" defTabSz="914400" rtl="0" eaLnBrk="1" latinLnBrk="0" hangingPunct="1"/>
                      <a:r>
                        <a:rPr kumimoji="0" lang="en-US" sz="1800" b="1" kern="1200" dirty="0">
                          <a:solidFill>
                            <a:schemeClr val="lt1"/>
                          </a:solidFill>
                          <a:latin typeface="+mn-lt"/>
                          <a:ea typeface="+mn-ea"/>
                          <a:cs typeface="+mn-cs"/>
                        </a:rPr>
                        <a:t>Shortfalls in author’s approach and solution provided in the proposed methodology</a:t>
                      </a:r>
                    </a:p>
                  </a:txBody>
                  <a:tcPr anchor="ctr"/>
                </a:tc>
                <a:extLst>
                  <a:ext uri="{0D108BD9-81ED-4DB2-BD59-A6C34878D82A}">
                    <a16:rowId xmlns:a16="http://schemas.microsoft.com/office/drawing/2014/main" val="228140503"/>
                  </a:ext>
                </a:extLst>
              </a:tr>
              <a:tr h="1725624">
                <a:tc>
                  <a:txBody>
                    <a:bodyPr/>
                    <a:lstStyle/>
                    <a:p>
                      <a:pPr marL="0" marR="0" algn="just">
                        <a:lnSpc>
                          <a:spcPct val="150000"/>
                        </a:lnSpc>
                        <a:spcAft>
                          <a:spcPts val="1000"/>
                        </a:spcAft>
                        <a:buNone/>
                      </a:pPr>
                      <a:r>
                        <a:rPr lang="en-IN" sz="1200" b="1">
                          <a:effectLst/>
                          <a:latin typeface="+mn-lt"/>
                          <a:ea typeface="Calibri" panose="020F0502020204030204" pitchFamily="34" charset="0"/>
                          <a:cs typeface="Times New Roman" panose="02020603050405020304" pitchFamily="18" charset="0"/>
                        </a:rPr>
                        <a:t>3</a:t>
                      </a:r>
                      <a:endParaRPr lang="en-US" sz="1200">
                        <a:effectLst/>
                        <a:latin typeface="+mn-lt"/>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50000"/>
                        </a:lnSpc>
                        <a:spcAft>
                          <a:spcPts val="1000"/>
                        </a:spcAft>
                        <a:buNone/>
                      </a:pPr>
                      <a:r>
                        <a:rPr lang="en-US" sz="1200" dirty="0"/>
                        <a:t>IoT-Based Traffic Management System Prioritizing Emergency Vehicles</a:t>
                      </a:r>
                      <a:endParaRPr lang="en-US" sz="1200" dirty="0">
                        <a:effectLst/>
                        <a:latin typeface="+mn-lt"/>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50000"/>
                        </a:lnSpc>
                        <a:spcAft>
                          <a:spcPts val="1000"/>
                        </a:spcAft>
                        <a:buNone/>
                      </a:pPr>
                      <a:endParaRPr lang="en-IN" sz="1200" dirty="0">
                        <a:effectLst/>
                        <a:latin typeface="+mn-lt"/>
                        <a:ea typeface="Calibri" panose="020F0502020204030204" pitchFamily="34" charset="0"/>
                        <a:cs typeface="Times New Roman" panose="02020603050405020304" pitchFamily="18" charset="0"/>
                      </a:endParaRPr>
                    </a:p>
                    <a:p>
                      <a:pPr marL="0" marR="0" algn="just">
                        <a:lnSpc>
                          <a:spcPct val="150000"/>
                        </a:lnSpc>
                        <a:spcAft>
                          <a:spcPts val="1000"/>
                        </a:spcAft>
                        <a:buNone/>
                      </a:pPr>
                      <a:r>
                        <a:rPr lang="en-IN" sz="1200" dirty="0">
                          <a:effectLst/>
                          <a:latin typeface="+mn-lt"/>
                          <a:ea typeface="Calibri" panose="020F0502020204030204" pitchFamily="34" charset="0"/>
                          <a:cs typeface="Times New Roman" panose="02020603050405020304" pitchFamily="18" charset="0"/>
                        </a:rPr>
                        <a:t>2023</a:t>
                      </a:r>
                      <a:endParaRPr lang="en-US" sz="1200" dirty="0">
                        <a:effectLst/>
                        <a:latin typeface="+mn-lt"/>
                        <a:ea typeface="Calibri" panose="020F0502020204030204" pitchFamily="34" charset="0"/>
                        <a:cs typeface="Times New Roman" panose="02020603050405020304" pitchFamily="18" charset="0"/>
                      </a:endParaRPr>
                    </a:p>
                  </a:txBody>
                  <a:tcPr marL="68580" marR="68580" marT="0" marB="0"/>
                </a:tc>
                <a:tc>
                  <a:txBody>
                    <a:bodyPr/>
                    <a:lstStyle/>
                    <a:p>
                      <a:pPr marL="228600" marR="0" indent="-228600" algn="just">
                        <a:lnSpc>
                          <a:spcPct val="150000"/>
                        </a:lnSpc>
                        <a:spcAft>
                          <a:spcPts val="1000"/>
                        </a:spcAft>
                        <a:buAutoNum type="alphaUcPeriod"/>
                      </a:pPr>
                      <a:r>
                        <a:rPr lang="sv-SE" sz="1200" dirty="0"/>
                        <a:t>Sharma, </a:t>
                      </a:r>
                    </a:p>
                    <a:p>
                      <a:pPr marL="0" marR="0" indent="0" algn="just">
                        <a:lnSpc>
                          <a:spcPct val="150000"/>
                        </a:lnSpc>
                        <a:spcAft>
                          <a:spcPts val="1000"/>
                        </a:spcAft>
                        <a:buNone/>
                      </a:pPr>
                      <a:r>
                        <a:rPr lang="sv-SE" sz="1200" dirty="0"/>
                        <a:t>R. Kumar, </a:t>
                      </a:r>
                    </a:p>
                    <a:p>
                      <a:pPr marL="0" marR="0" indent="0" algn="just">
                        <a:lnSpc>
                          <a:spcPct val="150000"/>
                        </a:lnSpc>
                        <a:spcAft>
                          <a:spcPts val="1000"/>
                        </a:spcAft>
                        <a:buNone/>
                      </a:pPr>
                      <a:r>
                        <a:rPr lang="sv-SE" sz="1200" dirty="0"/>
                        <a:t>S. Gupta.</a:t>
                      </a:r>
                      <a:endParaRPr lang="en-US" sz="1200" dirty="0">
                        <a:effectLst/>
                        <a:latin typeface="+mn-lt"/>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50000"/>
                        </a:lnSpc>
                        <a:spcAft>
                          <a:spcPts val="1000"/>
                        </a:spcAft>
                        <a:buNone/>
                      </a:pPr>
                      <a:r>
                        <a:rPr lang="en-US" sz="1200" dirty="0"/>
                        <a:t>IoT-enabled signal controller with online manual override. Traffic density and signal status monitored through a GUI.</a:t>
                      </a:r>
                      <a:endParaRPr lang="en-US" sz="1200" dirty="0">
                        <a:effectLst/>
                        <a:latin typeface="+mn-lt"/>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50000"/>
                        </a:lnSpc>
                        <a:spcAft>
                          <a:spcPts val="1000"/>
                        </a:spcAft>
                        <a:buNone/>
                      </a:pPr>
                      <a:r>
                        <a:rPr lang="en-IN" sz="1200" dirty="0"/>
                        <a:t>No remote signal control; manual override requires physical presence.</a:t>
                      </a:r>
                      <a:br>
                        <a:rPr lang="en-IN" sz="1200" dirty="0"/>
                      </a:br>
                      <a:endParaRPr lang="en-US" sz="1200" dirty="0">
                        <a:effectLst/>
                        <a:latin typeface="+mn-lt"/>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810387051"/>
                  </a:ext>
                </a:extLst>
              </a:tr>
            </a:tbl>
          </a:graphicData>
        </a:graphic>
      </p:graphicFrame>
      <p:sp>
        <p:nvSpPr>
          <p:cNvPr id="7" name="TextBox 6">
            <a:extLst>
              <a:ext uri="{FF2B5EF4-FFF2-40B4-BE49-F238E27FC236}">
                <a16:creationId xmlns:a16="http://schemas.microsoft.com/office/drawing/2014/main" id="{C56B2037-B9AD-D7A9-16D3-9C7A30CA6F5B}"/>
              </a:ext>
            </a:extLst>
          </p:cNvPr>
          <p:cNvSpPr txBox="1"/>
          <p:nvPr/>
        </p:nvSpPr>
        <p:spPr>
          <a:xfrm>
            <a:off x="2423692" y="5205314"/>
            <a:ext cx="9131744" cy="1477328"/>
          </a:xfrm>
          <a:prstGeom prst="rect">
            <a:avLst/>
          </a:prstGeom>
          <a:noFill/>
        </p:spPr>
        <p:txBody>
          <a:bodyPr wrap="square">
            <a:spAutoFit/>
          </a:bodyPr>
          <a:lstStyle/>
          <a:p>
            <a:r>
              <a:rPr lang="en-IN" b="1" dirty="0"/>
              <a:t>How Addressed</a:t>
            </a:r>
            <a:endParaRPr lang="en-US" dirty="0"/>
          </a:p>
          <a:p>
            <a:r>
              <a:rPr lang="en-US" dirty="0"/>
              <a:t>        Dashboard provides live updates and remote adjustments.</a:t>
            </a:r>
          </a:p>
          <a:p>
            <a:br>
              <a:rPr lang="en-US" dirty="0"/>
            </a:br>
            <a:r>
              <a:rPr lang="en-US" b="1" dirty="0"/>
              <a:t>Paper Link:</a:t>
            </a:r>
            <a:br>
              <a:rPr lang="en-US" dirty="0"/>
            </a:br>
            <a:r>
              <a:rPr lang="en-US" dirty="0"/>
              <a:t>🔗 </a:t>
            </a:r>
            <a:r>
              <a:rPr lang="en-US" dirty="0">
                <a:hlinkClick r:id="rId3"/>
              </a:rPr>
              <a:t>https://www.ijert.org/iot-based-traffic-management-system-prioritizing-emergency-vehicles</a:t>
            </a:r>
            <a:endParaRPr lang="en-US" dirty="0"/>
          </a:p>
        </p:txBody>
      </p:sp>
    </p:spTree>
    <p:extLst>
      <p:ext uri="{BB962C8B-B14F-4D97-AF65-F5344CB8AC3E}">
        <p14:creationId xmlns:p14="http://schemas.microsoft.com/office/powerpoint/2010/main" val="2795130326"/>
      </p:ext>
    </p:extLst>
  </p:cSld>
  <p:clrMapOvr>
    <a:masterClrMapping/>
  </p:clrMapOvr>
  <p:transition spd="slow">
    <p:push dir="u"/>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BE7BA6-C27C-E5ED-71A4-79FD7FFA3645}"/>
            </a:ext>
          </a:extLst>
        </p:cNvPr>
        <p:cNvGrpSpPr/>
        <p:nvPr/>
      </p:nvGrpSpPr>
      <p:grpSpPr>
        <a:xfrm>
          <a:off x="0" y="0"/>
          <a:ext cx="0" cy="0"/>
          <a:chOff x="0" y="0"/>
          <a:chExt cx="0" cy="0"/>
        </a:xfrm>
      </p:grpSpPr>
      <p:sp>
        <p:nvSpPr>
          <p:cNvPr id="5" name="Rectangle">
            <a:extLst>
              <a:ext uri="{FF2B5EF4-FFF2-40B4-BE49-F238E27FC236}">
                <a16:creationId xmlns:a16="http://schemas.microsoft.com/office/drawing/2014/main" id="{03DBF2B7-D613-6600-4D86-66C1F94D8A14}"/>
              </a:ext>
            </a:extLst>
          </p:cNvPr>
          <p:cNvSpPr/>
          <p:nvPr/>
        </p:nvSpPr>
        <p:spPr>
          <a:xfrm flipH="1">
            <a:off x="-24000" y="-2"/>
            <a:ext cx="2469463" cy="6858000"/>
          </a:xfrm>
          <a:prstGeom prst="rect">
            <a:avLst/>
          </a:prstGeom>
          <a:solidFill>
            <a:srgbClr val="F28E01"/>
          </a:solidFill>
          <a:ln w="12700">
            <a:miter lim="400000"/>
          </a:ln>
        </p:spPr>
        <p:txBody>
          <a:bodyPr lIns="50800" tIns="50800" rIns="50800" bIns="50800" anchor="ctr"/>
          <a:lstStyle/>
          <a:p>
            <a:pPr defTabSz="1130300">
              <a:defRPr sz="3200">
                <a:solidFill>
                  <a:srgbClr val="FFFFFF"/>
                </a:solidFill>
                <a:latin typeface="Graphik"/>
                <a:ea typeface="Graphik"/>
                <a:cs typeface="Graphik"/>
                <a:sym typeface="Graphik"/>
              </a:defRPr>
            </a:pPr>
            <a:endParaRPr sz="3200" baseline="-25000"/>
          </a:p>
        </p:txBody>
      </p:sp>
      <p:sp>
        <p:nvSpPr>
          <p:cNvPr id="8" name="Rectangle">
            <a:extLst>
              <a:ext uri="{FF2B5EF4-FFF2-40B4-BE49-F238E27FC236}">
                <a16:creationId xmlns:a16="http://schemas.microsoft.com/office/drawing/2014/main" id="{2CDA3CEE-CB28-D95E-7B8B-2F8F9A8E5A69}"/>
              </a:ext>
            </a:extLst>
          </p:cNvPr>
          <p:cNvSpPr/>
          <p:nvPr/>
        </p:nvSpPr>
        <p:spPr>
          <a:xfrm flipH="1">
            <a:off x="11496000" y="1"/>
            <a:ext cx="257907" cy="6858000"/>
          </a:xfrm>
          <a:prstGeom prst="rect">
            <a:avLst/>
          </a:prstGeom>
          <a:solidFill>
            <a:srgbClr val="F28E01"/>
          </a:solidFill>
          <a:ln w="12700">
            <a:miter lim="400000"/>
          </a:ln>
        </p:spPr>
        <p:txBody>
          <a:bodyPr lIns="50800" tIns="50800" rIns="50800" bIns="50800" anchor="ctr"/>
          <a:lstStyle/>
          <a:p>
            <a:pPr defTabSz="1130300">
              <a:defRPr sz="3300">
                <a:solidFill>
                  <a:srgbClr val="FFFFFF"/>
                </a:solidFill>
                <a:latin typeface="Graphik"/>
                <a:ea typeface="Graphik"/>
                <a:cs typeface="Graphik"/>
                <a:sym typeface="Graphik"/>
              </a:defRPr>
            </a:pPr>
            <a:endParaRPr sz="3300"/>
          </a:p>
        </p:txBody>
      </p:sp>
      <p:sp>
        <p:nvSpPr>
          <p:cNvPr id="14" name="Title 1">
            <a:extLst>
              <a:ext uri="{FF2B5EF4-FFF2-40B4-BE49-F238E27FC236}">
                <a16:creationId xmlns:a16="http://schemas.microsoft.com/office/drawing/2014/main" id="{1E9E75BC-309F-931C-8D78-906636AD3BA2}"/>
              </a:ext>
            </a:extLst>
          </p:cNvPr>
          <p:cNvSpPr>
            <a:spLocks noGrp="1"/>
          </p:cNvSpPr>
          <p:nvPr>
            <p:ph type="title"/>
          </p:nvPr>
        </p:nvSpPr>
        <p:spPr>
          <a:xfrm>
            <a:off x="2514600" y="151605"/>
            <a:ext cx="8839199" cy="1143000"/>
          </a:xfrm>
        </p:spPr>
        <p:txBody>
          <a:bodyPr/>
          <a:lstStyle/>
          <a:p>
            <a:r>
              <a:rPr lang="en-IN" dirty="0"/>
              <a:t>LITERATURE SURVEY</a:t>
            </a:r>
          </a:p>
        </p:txBody>
      </p:sp>
      <p:sp>
        <p:nvSpPr>
          <p:cNvPr id="15" name="Content Placeholder 2">
            <a:extLst>
              <a:ext uri="{FF2B5EF4-FFF2-40B4-BE49-F238E27FC236}">
                <a16:creationId xmlns:a16="http://schemas.microsoft.com/office/drawing/2014/main" id="{D0485B26-F58C-2D0D-C650-06936A36F8F3}"/>
              </a:ext>
            </a:extLst>
          </p:cNvPr>
          <p:cNvSpPr>
            <a:spLocks noGrp="1"/>
          </p:cNvSpPr>
          <p:nvPr>
            <p:ph idx="1"/>
          </p:nvPr>
        </p:nvSpPr>
        <p:spPr>
          <a:xfrm>
            <a:off x="2743200" y="1706563"/>
            <a:ext cx="8229600" cy="3004088"/>
          </a:xfrm>
        </p:spPr>
        <p:txBody>
          <a:bodyPr>
            <a:normAutofit/>
          </a:bodyPr>
          <a:lstStyle/>
          <a:p>
            <a:pPr>
              <a:buNone/>
            </a:pPr>
            <a:endParaRPr lang="en-IN" dirty="0"/>
          </a:p>
          <a:p>
            <a:pPr marL="0" indent="0">
              <a:buNone/>
            </a:pPr>
            <a:endParaRPr lang="en-IN" dirty="0"/>
          </a:p>
          <a:p>
            <a:pPr marL="0" indent="0">
              <a:buNone/>
            </a:pPr>
            <a:endParaRPr lang="en-US" dirty="0"/>
          </a:p>
        </p:txBody>
      </p:sp>
      <p:graphicFrame>
        <p:nvGraphicFramePr>
          <p:cNvPr id="2" name="Table 1">
            <a:extLst>
              <a:ext uri="{FF2B5EF4-FFF2-40B4-BE49-F238E27FC236}">
                <a16:creationId xmlns:a16="http://schemas.microsoft.com/office/drawing/2014/main" id="{23B529D1-574B-345C-6F14-52C6741BEC50}"/>
              </a:ext>
            </a:extLst>
          </p:cNvPr>
          <p:cNvGraphicFramePr>
            <a:graphicFrameLocks noGrp="1"/>
          </p:cNvGraphicFramePr>
          <p:nvPr>
            <p:extLst>
              <p:ext uri="{D42A27DB-BD31-4B8C-83A1-F6EECF244321}">
                <p14:modId xmlns:p14="http://schemas.microsoft.com/office/powerpoint/2010/main" val="1517907166"/>
              </p:ext>
            </p:extLst>
          </p:nvPr>
        </p:nvGraphicFramePr>
        <p:xfrm>
          <a:off x="2445464" y="1476620"/>
          <a:ext cx="9072672" cy="3898900"/>
        </p:xfrm>
        <a:graphic>
          <a:graphicData uri="http://schemas.openxmlformats.org/drawingml/2006/table">
            <a:tbl>
              <a:tblPr firstRow="1" bandRow="1">
                <a:tableStyleId>{5C22544A-7EE6-4342-B048-85BDC9FD1C3A}</a:tableStyleId>
              </a:tblPr>
              <a:tblGrid>
                <a:gridCol w="648127">
                  <a:extLst>
                    <a:ext uri="{9D8B030D-6E8A-4147-A177-3AD203B41FA5}">
                      <a16:colId xmlns:a16="http://schemas.microsoft.com/office/drawing/2014/main" val="3031133096"/>
                    </a:ext>
                  </a:extLst>
                </a:gridCol>
                <a:gridCol w="2400248">
                  <a:extLst>
                    <a:ext uri="{9D8B030D-6E8A-4147-A177-3AD203B41FA5}">
                      <a16:colId xmlns:a16="http://schemas.microsoft.com/office/drawing/2014/main" val="1934286308"/>
                    </a:ext>
                  </a:extLst>
                </a:gridCol>
                <a:gridCol w="1222182">
                  <a:extLst>
                    <a:ext uri="{9D8B030D-6E8A-4147-A177-3AD203B41FA5}">
                      <a16:colId xmlns:a16="http://schemas.microsoft.com/office/drawing/2014/main" val="1250469601"/>
                    </a:ext>
                  </a:extLst>
                </a:gridCol>
                <a:gridCol w="1069409">
                  <a:extLst>
                    <a:ext uri="{9D8B030D-6E8A-4147-A177-3AD203B41FA5}">
                      <a16:colId xmlns:a16="http://schemas.microsoft.com/office/drawing/2014/main" val="1003763719"/>
                    </a:ext>
                  </a:extLst>
                </a:gridCol>
                <a:gridCol w="1833273">
                  <a:extLst>
                    <a:ext uri="{9D8B030D-6E8A-4147-A177-3AD203B41FA5}">
                      <a16:colId xmlns:a16="http://schemas.microsoft.com/office/drawing/2014/main" val="225965863"/>
                    </a:ext>
                  </a:extLst>
                </a:gridCol>
                <a:gridCol w="1899433">
                  <a:extLst>
                    <a:ext uri="{9D8B030D-6E8A-4147-A177-3AD203B41FA5}">
                      <a16:colId xmlns:a16="http://schemas.microsoft.com/office/drawing/2014/main" val="1280028463"/>
                    </a:ext>
                  </a:extLst>
                </a:gridCol>
              </a:tblGrid>
              <a:tr h="1508407">
                <a:tc>
                  <a:txBody>
                    <a:bodyPr/>
                    <a:lstStyle/>
                    <a:p>
                      <a:pPr marL="0" algn="ctr" defTabSz="914400" rtl="0" eaLnBrk="1" latinLnBrk="0" hangingPunct="1"/>
                      <a:r>
                        <a:rPr kumimoji="0" lang="en-US" sz="1800" b="1" kern="1200" dirty="0">
                          <a:solidFill>
                            <a:schemeClr val="lt1"/>
                          </a:solidFill>
                          <a:latin typeface="+mn-lt"/>
                          <a:ea typeface="+mn-ea"/>
                          <a:cs typeface="+mn-cs"/>
                        </a:rPr>
                        <a:t>S.N</a:t>
                      </a:r>
                    </a:p>
                  </a:txBody>
                  <a:tcPr anchor="ctr"/>
                </a:tc>
                <a:tc>
                  <a:txBody>
                    <a:bodyPr/>
                    <a:lstStyle/>
                    <a:p>
                      <a:pPr marL="0" algn="ctr" defTabSz="914400" rtl="0" eaLnBrk="1" latinLnBrk="0" hangingPunct="1"/>
                      <a:r>
                        <a:rPr kumimoji="0" lang="en-US" sz="1800" b="1" kern="1200" dirty="0">
                          <a:solidFill>
                            <a:schemeClr val="lt1"/>
                          </a:solidFill>
                          <a:latin typeface="+mn-lt"/>
                          <a:ea typeface="+mn-ea"/>
                          <a:cs typeface="+mn-cs"/>
                        </a:rPr>
                        <a:t>Paper title </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kern="1200" dirty="0">
                          <a:solidFill>
                            <a:schemeClr val="lt1"/>
                          </a:solidFill>
                          <a:latin typeface="+mn-lt"/>
                          <a:ea typeface="+mn-ea"/>
                          <a:cs typeface="+mn-cs"/>
                        </a:rPr>
                        <a:t>Publication details</a:t>
                      </a:r>
                    </a:p>
                  </a:txBody>
                  <a:tcPr anchor="ctr"/>
                </a:tc>
                <a:tc>
                  <a:txBody>
                    <a:bodyPr/>
                    <a:lstStyle/>
                    <a:p>
                      <a:pPr marL="0" algn="ctr" defTabSz="914400" rtl="0" eaLnBrk="1" latinLnBrk="0" hangingPunct="1"/>
                      <a:r>
                        <a:rPr kumimoji="0" lang="en-US" sz="1800" b="1" kern="1200" dirty="0">
                          <a:solidFill>
                            <a:schemeClr val="lt1"/>
                          </a:solidFill>
                          <a:latin typeface="+mn-lt"/>
                          <a:ea typeface="+mn-ea"/>
                          <a:cs typeface="+mn-cs"/>
                        </a:rPr>
                        <a:t>Problem addressed in the paper</a:t>
                      </a:r>
                    </a:p>
                  </a:txBody>
                  <a:tcPr anchor="ctr"/>
                </a:tc>
                <a:tc>
                  <a:txBody>
                    <a:bodyPr/>
                    <a:lstStyle/>
                    <a:p>
                      <a:pPr marL="0" algn="ctr" defTabSz="914400" rtl="0" eaLnBrk="1" latinLnBrk="0" hangingPunct="1"/>
                      <a:r>
                        <a:rPr kumimoji="0" lang="en-US" sz="1800" b="1" kern="1200" dirty="0">
                          <a:solidFill>
                            <a:schemeClr val="lt1"/>
                          </a:solidFill>
                          <a:latin typeface="+mn-lt"/>
                          <a:ea typeface="+mn-ea"/>
                          <a:cs typeface="+mn-cs"/>
                        </a:rPr>
                        <a:t>Author’s idea/approach</a:t>
                      </a:r>
                    </a:p>
                  </a:txBody>
                  <a:tcPr anchor="ctr"/>
                </a:tc>
                <a:tc>
                  <a:txBody>
                    <a:bodyPr/>
                    <a:lstStyle/>
                    <a:p>
                      <a:pPr marL="0" algn="ctr" defTabSz="914400" rtl="0" eaLnBrk="1" latinLnBrk="0" hangingPunct="1"/>
                      <a:r>
                        <a:rPr kumimoji="0" lang="en-US" sz="1800" b="1" kern="1200" dirty="0">
                          <a:solidFill>
                            <a:schemeClr val="lt1"/>
                          </a:solidFill>
                          <a:latin typeface="+mn-lt"/>
                          <a:ea typeface="+mn-ea"/>
                          <a:cs typeface="+mn-cs"/>
                        </a:rPr>
                        <a:t>Shortfalls in author’s approach and solution provided in the proposed methodology</a:t>
                      </a:r>
                    </a:p>
                  </a:txBody>
                  <a:tcPr anchor="ctr"/>
                </a:tc>
                <a:extLst>
                  <a:ext uri="{0D108BD9-81ED-4DB2-BD59-A6C34878D82A}">
                    <a16:rowId xmlns:a16="http://schemas.microsoft.com/office/drawing/2014/main" val="228140503"/>
                  </a:ext>
                </a:extLst>
              </a:tr>
              <a:tr h="1725624">
                <a:tc>
                  <a:txBody>
                    <a:bodyPr/>
                    <a:lstStyle/>
                    <a:p>
                      <a:pPr marL="0" marR="0" algn="just">
                        <a:lnSpc>
                          <a:spcPct val="150000"/>
                        </a:lnSpc>
                        <a:spcAft>
                          <a:spcPts val="1000"/>
                        </a:spcAft>
                        <a:buNone/>
                      </a:pPr>
                      <a:r>
                        <a:rPr lang="en-US" sz="1200" b="1" dirty="0">
                          <a:effectLst/>
                          <a:latin typeface="+mn-lt"/>
                          <a:ea typeface="Calibri" panose="020F0502020204030204" pitchFamily="34" charset="0"/>
                          <a:cs typeface="Times New Roman" panose="02020603050405020304" pitchFamily="18" charset="0"/>
                        </a:rPr>
                        <a:t>4</a:t>
                      </a:r>
                      <a:endParaRPr lang="en-US" sz="1200" dirty="0">
                        <a:effectLst/>
                        <a:latin typeface="+mn-lt"/>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50000"/>
                        </a:lnSpc>
                        <a:spcAft>
                          <a:spcPts val="1000"/>
                        </a:spcAft>
                        <a:buNone/>
                      </a:pPr>
                      <a:r>
                        <a:rPr lang="en-US" sz="1200" dirty="0"/>
                        <a:t>IoT-Based Emergency and Theft Vehicle Identification in Traffic System Using RFID</a:t>
                      </a:r>
                      <a:endParaRPr lang="en-US" sz="1200" dirty="0">
                        <a:effectLst/>
                        <a:latin typeface="+mn-lt"/>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50000"/>
                        </a:lnSpc>
                        <a:spcAft>
                          <a:spcPts val="1000"/>
                        </a:spcAft>
                        <a:buNone/>
                      </a:pPr>
                      <a:endParaRPr lang="en-IN" sz="1200" dirty="0">
                        <a:effectLst/>
                        <a:latin typeface="+mn-lt"/>
                        <a:ea typeface="Calibri" panose="020F0502020204030204" pitchFamily="34" charset="0"/>
                        <a:cs typeface="Times New Roman" panose="02020603050405020304" pitchFamily="18" charset="0"/>
                      </a:endParaRPr>
                    </a:p>
                    <a:p>
                      <a:pPr marL="0" marR="0" algn="just">
                        <a:lnSpc>
                          <a:spcPct val="150000"/>
                        </a:lnSpc>
                        <a:spcAft>
                          <a:spcPts val="1000"/>
                        </a:spcAft>
                        <a:buNone/>
                      </a:pPr>
                      <a:r>
                        <a:rPr lang="en-IN" sz="1200" dirty="0">
                          <a:effectLst/>
                          <a:latin typeface="+mn-lt"/>
                          <a:ea typeface="Calibri" panose="020F0502020204030204" pitchFamily="34" charset="0"/>
                          <a:cs typeface="Times New Roman" panose="02020603050405020304" pitchFamily="18" charset="0"/>
                        </a:rPr>
                        <a:t>2023</a:t>
                      </a:r>
                      <a:endParaRPr lang="en-US" sz="1200" dirty="0">
                        <a:effectLst/>
                        <a:latin typeface="+mn-lt"/>
                        <a:ea typeface="Calibri" panose="020F0502020204030204" pitchFamily="34" charset="0"/>
                        <a:cs typeface="Times New Roman" panose="02020603050405020304" pitchFamily="18" charset="0"/>
                      </a:endParaRPr>
                    </a:p>
                  </a:txBody>
                  <a:tcPr marL="68580" marR="68580" marT="0" marB="0"/>
                </a:tc>
                <a:tc>
                  <a:txBody>
                    <a:bodyPr/>
                    <a:lstStyle/>
                    <a:p>
                      <a:pPr marL="0" marR="0" indent="0" algn="just">
                        <a:lnSpc>
                          <a:spcPct val="150000"/>
                        </a:lnSpc>
                        <a:spcAft>
                          <a:spcPts val="1000"/>
                        </a:spcAft>
                        <a:buNone/>
                      </a:pPr>
                      <a:r>
                        <a:rPr lang="en-IN" sz="1200" dirty="0"/>
                        <a:t>Velmurugan V, Arunkumar B, Deepika B, Dhanasree M, </a:t>
                      </a:r>
                      <a:r>
                        <a:rPr lang="en-IN" sz="1200" dirty="0" err="1"/>
                        <a:t>Kumaram</a:t>
                      </a:r>
                      <a:r>
                        <a:rPr lang="en-IN" sz="1200" dirty="0"/>
                        <a:t> S.</a:t>
                      </a:r>
                      <a:endParaRPr lang="en-US" sz="1200" dirty="0">
                        <a:effectLst/>
                        <a:latin typeface="+mn-lt"/>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50000"/>
                        </a:lnSpc>
                        <a:spcAft>
                          <a:spcPts val="1000"/>
                        </a:spcAft>
                        <a:buNone/>
                      </a:pPr>
                      <a:r>
                        <a:rPr lang="en-US" sz="1200" dirty="0"/>
                        <a:t>RFID-based system for automatic emergency lane clearance and stolen vehicle identification.</a:t>
                      </a:r>
                      <a:endParaRPr lang="en-US" sz="1200" dirty="0">
                        <a:effectLst/>
                        <a:latin typeface="+mn-lt"/>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50000"/>
                        </a:lnSpc>
                        <a:spcAft>
                          <a:spcPts val="1000"/>
                        </a:spcAft>
                        <a:buNone/>
                      </a:pPr>
                      <a:r>
                        <a:rPr lang="en-US" sz="1200" dirty="0"/>
                        <a:t>No automated stolen vehicle tracking; emergency vehicles get delayed.</a:t>
                      </a:r>
                      <a:endParaRPr lang="en-US" sz="1200" dirty="0">
                        <a:effectLst/>
                        <a:latin typeface="+mn-lt"/>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810387051"/>
                  </a:ext>
                </a:extLst>
              </a:tr>
            </a:tbl>
          </a:graphicData>
        </a:graphic>
      </p:graphicFrame>
      <p:sp>
        <p:nvSpPr>
          <p:cNvPr id="7" name="TextBox 6">
            <a:extLst>
              <a:ext uri="{FF2B5EF4-FFF2-40B4-BE49-F238E27FC236}">
                <a16:creationId xmlns:a16="http://schemas.microsoft.com/office/drawing/2014/main" id="{353E5A37-4D0D-D059-713A-7009246C60BB}"/>
              </a:ext>
            </a:extLst>
          </p:cNvPr>
          <p:cNvSpPr txBox="1"/>
          <p:nvPr/>
        </p:nvSpPr>
        <p:spPr>
          <a:xfrm>
            <a:off x="2404860" y="5149693"/>
            <a:ext cx="9131744" cy="1754326"/>
          </a:xfrm>
          <a:prstGeom prst="rect">
            <a:avLst/>
          </a:prstGeom>
          <a:noFill/>
        </p:spPr>
        <p:txBody>
          <a:bodyPr wrap="square">
            <a:spAutoFit/>
          </a:bodyPr>
          <a:lstStyle/>
          <a:p>
            <a:r>
              <a:rPr lang="en-IN" b="1" dirty="0"/>
              <a:t>How Addressed:</a:t>
            </a:r>
            <a:endParaRPr lang="en-US" dirty="0"/>
          </a:p>
          <a:p>
            <a:r>
              <a:rPr lang="en-US" dirty="0"/>
              <a:t>         RFID tags enable automatic detection and light color switching.</a:t>
            </a:r>
          </a:p>
          <a:p>
            <a:br>
              <a:rPr lang="en-US" dirty="0"/>
            </a:br>
            <a:r>
              <a:rPr lang="en-US" b="1" dirty="0"/>
              <a:t>Paper Link:</a:t>
            </a:r>
            <a:br>
              <a:rPr lang="en-US" dirty="0"/>
            </a:br>
            <a:r>
              <a:rPr lang="en-US" dirty="0"/>
              <a:t>🔗 </a:t>
            </a:r>
            <a:r>
              <a:rPr lang="en-US" dirty="0">
                <a:hlinkClick r:id="rId3"/>
              </a:rPr>
              <a:t>https://ijireeice.com/papers/iot-based-emergency-and-theft-vehicle-identification-in-traffic-system-using-rfid/</a:t>
            </a:r>
            <a:endParaRPr lang="en-US" dirty="0"/>
          </a:p>
        </p:txBody>
      </p:sp>
    </p:spTree>
    <p:extLst>
      <p:ext uri="{BB962C8B-B14F-4D97-AF65-F5344CB8AC3E}">
        <p14:creationId xmlns:p14="http://schemas.microsoft.com/office/powerpoint/2010/main" val="3026495176"/>
      </p:ext>
    </p:extLst>
  </p:cSld>
  <p:clrMapOvr>
    <a:masterClrMapping/>
  </p:clrMapOvr>
  <p:transition spd="slow">
    <p:push dir="u"/>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DAF8C2-6912-D5DC-A74D-ADA2A3D52657}"/>
            </a:ext>
          </a:extLst>
        </p:cNvPr>
        <p:cNvGrpSpPr/>
        <p:nvPr/>
      </p:nvGrpSpPr>
      <p:grpSpPr>
        <a:xfrm>
          <a:off x="0" y="0"/>
          <a:ext cx="0" cy="0"/>
          <a:chOff x="0" y="0"/>
          <a:chExt cx="0" cy="0"/>
        </a:xfrm>
      </p:grpSpPr>
      <p:sp>
        <p:nvSpPr>
          <p:cNvPr id="5" name="Rectangle">
            <a:extLst>
              <a:ext uri="{FF2B5EF4-FFF2-40B4-BE49-F238E27FC236}">
                <a16:creationId xmlns:a16="http://schemas.microsoft.com/office/drawing/2014/main" id="{BE2E78DE-54CE-D3DB-02EE-98FA29574815}"/>
              </a:ext>
            </a:extLst>
          </p:cNvPr>
          <p:cNvSpPr/>
          <p:nvPr/>
        </p:nvSpPr>
        <p:spPr>
          <a:xfrm flipH="1">
            <a:off x="-24000" y="-2"/>
            <a:ext cx="2469463" cy="6858000"/>
          </a:xfrm>
          <a:prstGeom prst="rect">
            <a:avLst/>
          </a:prstGeom>
          <a:solidFill>
            <a:srgbClr val="F28E01"/>
          </a:solidFill>
          <a:ln w="12700">
            <a:miter lim="400000"/>
          </a:ln>
        </p:spPr>
        <p:txBody>
          <a:bodyPr lIns="50800" tIns="50800" rIns="50800" bIns="50800" anchor="ctr"/>
          <a:lstStyle/>
          <a:p>
            <a:pPr defTabSz="1130300">
              <a:defRPr sz="3200">
                <a:solidFill>
                  <a:srgbClr val="FFFFFF"/>
                </a:solidFill>
                <a:latin typeface="Graphik"/>
                <a:ea typeface="Graphik"/>
                <a:cs typeface="Graphik"/>
                <a:sym typeface="Graphik"/>
              </a:defRPr>
            </a:pPr>
            <a:endParaRPr sz="3200" baseline="-25000"/>
          </a:p>
        </p:txBody>
      </p:sp>
      <p:sp>
        <p:nvSpPr>
          <p:cNvPr id="8" name="Rectangle">
            <a:extLst>
              <a:ext uri="{FF2B5EF4-FFF2-40B4-BE49-F238E27FC236}">
                <a16:creationId xmlns:a16="http://schemas.microsoft.com/office/drawing/2014/main" id="{CD9ED80E-0F49-FA49-42BB-8F6D33C7371E}"/>
              </a:ext>
            </a:extLst>
          </p:cNvPr>
          <p:cNvSpPr/>
          <p:nvPr/>
        </p:nvSpPr>
        <p:spPr>
          <a:xfrm flipH="1">
            <a:off x="11496000" y="1"/>
            <a:ext cx="257907" cy="6858000"/>
          </a:xfrm>
          <a:prstGeom prst="rect">
            <a:avLst/>
          </a:prstGeom>
          <a:solidFill>
            <a:srgbClr val="F28E01"/>
          </a:solidFill>
          <a:ln w="12700">
            <a:miter lim="400000"/>
          </a:ln>
        </p:spPr>
        <p:txBody>
          <a:bodyPr lIns="50800" tIns="50800" rIns="50800" bIns="50800" anchor="ctr"/>
          <a:lstStyle/>
          <a:p>
            <a:pPr defTabSz="1130300">
              <a:defRPr sz="3300">
                <a:solidFill>
                  <a:srgbClr val="FFFFFF"/>
                </a:solidFill>
                <a:latin typeface="Graphik"/>
                <a:ea typeface="Graphik"/>
                <a:cs typeface="Graphik"/>
                <a:sym typeface="Graphik"/>
              </a:defRPr>
            </a:pPr>
            <a:endParaRPr sz="3300"/>
          </a:p>
        </p:txBody>
      </p:sp>
      <p:sp>
        <p:nvSpPr>
          <p:cNvPr id="14" name="Title 1">
            <a:extLst>
              <a:ext uri="{FF2B5EF4-FFF2-40B4-BE49-F238E27FC236}">
                <a16:creationId xmlns:a16="http://schemas.microsoft.com/office/drawing/2014/main" id="{4A8726D2-AC23-EA83-A26E-61A37A63D066}"/>
              </a:ext>
            </a:extLst>
          </p:cNvPr>
          <p:cNvSpPr>
            <a:spLocks noGrp="1"/>
          </p:cNvSpPr>
          <p:nvPr>
            <p:ph type="title"/>
          </p:nvPr>
        </p:nvSpPr>
        <p:spPr>
          <a:xfrm>
            <a:off x="2514600" y="151605"/>
            <a:ext cx="8839199" cy="1143000"/>
          </a:xfrm>
        </p:spPr>
        <p:txBody>
          <a:bodyPr/>
          <a:lstStyle/>
          <a:p>
            <a:r>
              <a:rPr lang="en-IN" dirty="0"/>
              <a:t>LITERATURE SURVEY</a:t>
            </a:r>
          </a:p>
        </p:txBody>
      </p:sp>
      <p:sp>
        <p:nvSpPr>
          <p:cNvPr id="15" name="Content Placeholder 2">
            <a:extLst>
              <a:ext uri="{FF2B5EF4-FFF2-40B4-BE49-F238E27FC236}">
                <a16:creationId xmlns:a16="http://schemas.microsoft.com/office/drawing/2014/main" id="{4E765F83-2C4D-B8C8-9710-B1349429C04C}"/>
              </a:ext>
            </a:extLst>
          </p:cNvPr>
          <p:cNvSpPr>
            <a:spLocks noGrp="1"/>
          </p:cNvSpPr>
          <p:nvPr>
            <p:ph idx="1"/>
          </p:nvPr>
        </p:nvSpPr>
        <p:spPr>
          <a:xfrm>
            <a:off x="2743200" y="1706563"/>
            <a:ext cx="8229600" cy="3004088"/>
          </a:xfrm>
        </p:spPr>
        <p:txBody>
          <a:bodyPr>
            <a:normAutofit/>
          </a:bodyPr>
          <a:lstStyle/>
          <a:p>
            <a:pPr>
              <a:buNone/>
            </a:pPr>
            <a:endParaRPr lang="en-IN" dirty="0"/>
          </a:p>
          <a:p>
            <a:pPr marL="0" indent="0">
              <a:buNone/>
            </a:pPr>
            <a:endParaRPr lang="en-IN" dirty="0"/>
          </a:p>
          <a:p>
            <a:pPr marL="0" indent="0">
              <a:buNone/>
            </a:pPr>
            <a:endParaRPr lang="en-US" dirty="0"/>
          </a:p>
        </p:txBody>
      </p:sp>
      <p:graphicFrame>
        <p:nvGraphicFramePr>
          <p:cNvPr id="2" name="Table 1">
            <a:extLst>
              <a:ext uri="{FF2B5EF4-FFF2-40B4-BE49-F238E27FC236}">
                <a16:creationId xmlns:a16="http://schemas.microsoft.com/office/drawing/2014/main" id="{CE9B5356-53BE-5754-3489-0D433A33C958}"/>
              </a:ext>
            </a:extLst>
          </p:cNvPr>
          <p:cNvGraphicFramePr>
            <a:graphicFrameLocks noGrp="1"/>
          </p:cNvGraphicFramePr>
          <p:nvPr>
            <p:extLst>
              <p:ext uri="{D42A27DB-BD31-4B8C-83A1-F6EECF244321}">
                <p14:modId xmlns:p14="http://schemas.microsoft.com/office/powerpoint/2010/main" val="278192271"/>
              </p:ext>
            </p:extLst>
          </p:nvPr>
        </p:nvGraphicFramePr>
        <p:xfrm>
          <a:off x="2445464" y="1476620"/>
          <a:ext cx="9072672" cy="3668038"/>
        </p:xfrm>
        <a:graphic>
          <a:graphicData uri="http://schemas.openxmlformats.org/drawingml/2006/table">
            <a:tbl>
              <a:tblPr firstRow="1" bandRow="1">
                <a:tableStyleId>{5C22544A-7EE6-4342-B048-85BDC9FD1C3A}</a:tableStyleId>
              </a:tblPr>
              <a:tblGrid>
                <a:gridCol w="648127">
                  <a:extLst>
                    <a:ext uri="{9D8B030D-6E8A-4147-A177-3AD203B41FA5}">
                      <a16:colId xmlns:a16="http://schemas.microsoft.com/office/drawing/2014/main" val="3031133096"/>
                    </a:ext>
                  </a:extLst>
                </a:gridCol>
                <a:gridCol w="2400248">
                  <a:extLst>
                    <a:ext uri="{9D8B030D-6E8A-4147-A177-3AD203B41FA5}">
                      <a16:colId xmlns:a16="http://schemas.microsoft.com/office/drawing/2014/main" val="1934286308"/>
                    </a:ext>
                  </a:extLst>
                </a:gridCol>
                <a:gridCol w="1222182">
                  <a:extLst>
                    <a:ext uri="{9D8B030D-6E8A-4147-A177-3AD203B41FA5}">
                      <a16:colId xmlns:a16="http://schemas.microsoft.com/office/drawing/2014/main" val="1250469601"/>
                    </a:ext>
                  </a:extLst>
                </a:gridCol>
                <a:gridCol w="1069409">
                  <a:extLst>
                    <a:ext uri="{9D8B030D-6E8A-4147-A177-3AD203B41FA5}">
                      <a16:colId xmlns:a16="http://schemas.microsoft.com/office/drawing/2014/main" val="1003763719"/>
                    </a:ext>
                  </a:extLst>
                </a:gridCol>
                <a:gridCol w="1833273">
                  <a:extLst>
                    <a:ext uri="{9D8B030D-6E8A-4147-A177-3AD203B41FA5}">
                      <a16:colId xmlns:a16="http://schemas.microsoft.com/office/drawing/2014/main" val="225965863"/>
                    </a:ext>
                  </a:extLst>
                </a:gridCol>
                <a:gridCol w="1899433">
                  <a:extLst>
                    <a:ext uri="{9D8B030D-6E8A-4147-A177-3AD203B41FA5}">
                      <a16:colId xmlns:a16="http://schemas.microsoft.com/office/drawing/2014/main" val="1280028463"/>
                    </a:ext>
                  </a:extLst>
                </a:gridCol>
              </a:tblGrid>
              <a:tr h="1667622">
                <a:tc>
                  <a:txBody>
                    <a:bodyPr/>
                    <a:lstStyle/>
                    <a:p>
                      <a:pPr marL="0" algn="ctr" defTabSz="914400" rtl="0" eaLnBrk="1" latinLnBrk="0" hangingPunct="1"/>
                      <a:r>
                        <a:rPr kumimoji="0" lang="en-US" sz="1800" b="1" kern="1200" dirty="0">
                          <a:solidFill>
                            <a:schemeClr val="lt1"/>
                          </a:solidFill>
                          <a:latin typeface="+mn-lt"/>
                          <a:ea typeface="+mn-ea"/>
                          <a:cs typeface="+mn-cs"/>
                        </a:rPr>
                        <a:t>S.N</a:t>
                      </a:r>
                    </a:p>
                  </a:txBody>
                  <a:tcPr anchor="ctr"/>
                </a:tc>
                <a:tc>
                  <a:txBody>
                    <a:bodyPr/>
                    <a:lstStyle/>
                    <a:p>
                      <a:pPr marL="0" algn="ctr" defTabSz="914400" rtl="0" eaLnBrk="1" latinLnBrk="0" hangingPunct="1"/>
                      <a:r>
                        <a:rPr kumimoji="0" lang="en-US" sz="1800" b="1" kern="1200" dirty="0">
                          <a:solidFill>
                            <a:schemeClr val="lt1"/>
                          </a:solidFill>
                          <a:latin typeface="+mn-lt"/>
                          <a:ea typeface="+mn-ea"/>
                          <a:cs typeface="+mn-cs"/>
                        </a:rPr>
                        <a:t>Paper title </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kern="1200" dirty="0">
                          <a:solidFill>
                            <a:schemeClr val="lt1"/>
                          </a:solidFill>
                          <a:latin typeface="+mn-lt"/>
                          <a:ea typeface="+mn-ea"/>
                          <a:cs typeface="+mn-cs"/>
                        </a:rPr>
                        <a:t>Publication details</a:t>
                      </a:r>
                    </a:p>
                  </a:txBody>
                  <a:tcPr anchor="ctr"/>
                </a:tc>
                <a:tc>
                  <a:txBody>
                    <a:bodyPr/>
                    <a:lstStyle/>
                    <a:p>
                      <a:pPr marL="0" algn="ctr" defTabSz="914400" rtl="0" eaLnBrk="1" latinLnBrk="0" hangingPunct="1"/>
                      <a:r>
                        <a:rPr kumimoji="0" lang="en-US" sz="1800" b="1" kern="1200" dirty="0">
                          <a:solidFill>
                            <a:schemeClr val="lt1"/>
                          </a:solidFill>
                          <a:latin typeface="+mn-lt"/>
                          <a:ea typeface="+mn-ea"/>
                          <a:cs typeface="+mn-cs"/>
                        </a:rPr>
                        <a:t>Problem addressed in the paper</a:t>
                      </a:r>
                    </a:p>
                  </a:txBody>
                  <a:tcPr anchor="ctr"/>
                </a:tc>
                <a:tc>
                  <a:txBody>
                    <a:bodyPr/>
                    <a:lstStyle/>
                    <a:p>
                      <a:pPr marL="0" algn="ctr" defTabSz="914400" rtl="0" eaLnBrk="1" latinLnBrk="0" hangingPunct="1"/>
                      <a:r>
                        <a:rPr kumimoji="0" lang="en-US" sz="1800" b="1" kern="1200" dirty="0">
                          <a:solidFill>
                            <a:schemeClr val="lt1"/>
                          </a:solidFill>
                          <a:latin typeface="+mn-lt"/>
                          <a:ea typeface="+mn-ea"/>
                          <a:cs typeface="+mn-cs"/>
                        </a:rPr>
                        <a:t>Author’s idea/approach</a:t>
                      </a:r>
                    </a:p>
                  </a:txBody>
                  <a:tcPr anchor="ctr"/>
                </a:tc>
                <a:tc>
                  <a:txBody>
                    <a:bodyPr/>
                    <a:lstStyle/>
                    <a:p>
                      <a:pPr marL="0" algn="ctr" defTabSz="914400" rtl="0" eaLnBrk="1" latinLnBrk="0" hangingPunct="1"/>
                      <a:r>
                        <a:rPr kumimoji="0" lang="en-US" sz="1800" b="1" kern="1200" dirty="0">
                          <a:solidFill>
                            <a:schemeClr val="lt1"/>
                          </a:solidFill>
                          <a:latin typeface="+mn-lt"/>
                          <a:ea typeface="+mn-ea"/>
                          <a:cs typeface="+mn-cs"/>
                        </a:rPr>
                        <a:t>Shortfalls in author’s approach and solution provided in the proposed methodology</a:t>
                      </a:r>
                    </a:p>
                  </a:txBody>
                  <a:tcPr anchor="ctr"/>
                </a:tc>
                <a:extLst>
                  <a:ext uri="{0D108BD9-81ED-4DB2-BD59-A6C34878D82A}">
                    <a16:rowId xmlns:a16="http://schemas.microsoft.com/office/drawing/2014/main" val="228140503"/>
                  </a:ext>
                </a:extLst>
              </a:tr>
              <a:tr h="1656358">
                <a:tc>
                  <a:txBody>
                    <a:bodyPr/>
                    <a:lstStyle/>
                    <a:p>
                      <a:pPr marL="0" marR="0" algn="just">
                        <a:lnSpc>
                          <a:spcPct val="150000"/>
                        </a:lnSpc>
                        <a:spcAft>
                          <a:spcPts val="1000"/>
                        </a:spcAft>
                        <a:buNone/>
                      </a:pPr>
                      <a:r>
                        <a:rPr lang="en-US" sz="1200" b="1" dirty="0">
                          <a:effectLst/>
                          <a:latin typeface="+mn-lt"/>
                          <a:ea typeface="Calibri" panose="020F0502020204030204" pitchFamily="34" charset="0"/>
                          <a:cs typeface="Times New Roman" panose="02020603050405020304" pitchFamily="18" charset="0"/>
                        </a:rPr>
                        <a:t>5</a:t>
                      </a:r>
                      <a:endParaRPr lang="en-US" sz="1200" dirty="0">
                        <a:effectLst/>
                        <a:latin typeface="+mn-lt"/>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50000"/>
                        </a:lnSpc>
                        <a:spcAft>
                          <a:spcPts val="1000"/>
                        </a:spcAft>
                        <a:buNone/>
                      </a:pPr>
                      <a:r>
                        <a:rPr lang="en-US" sz="1200" dirty="0"/>
                        <a:t>RFID-Based Traffic Control System for Emergency Vehicle</a:t>
                      </a:r>
                      <a:endParaRPr lang="en-US" sz="1200" dirty="0">
                        <a:effectLst/>
                        <a:latin typeface="+mn-lt"/>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50000"/>
                        </a:lnSpc>
                        <a:spcAft>
                          <a:spcPts val="1000"/>
                        </a:spcAft>
                        <a:buNone/>
                      </a:pPr>
                      <a:endParaRPr lang="en-IN" sz="1200" dirty="0">
                        <a:effectLst/>
                        <a:latin typeface="+mn-lt"/>
                        <a:ea typeface="Calibri" panose="020F0502020204030204" pitchFamily="34" charset="0"/>
                        <a:cs typeface="Times New Roman" panose="02020603050405020304" pitchFamily="18" charset="0"/>
                      </a:endParaRPr>
                    </a:p>
                    <a:p>
                      <a:pPr marL="0" marR="0" algn="just">
                        <a:lnSpc>
                          <a:spcPct val="150000"/>
                        </a:lnSpc>
                        <a:spcAft>
                          <a:spcPts val="1000"/>
                        </a:spcAft>
                        <a:buNone/>
                      </a:pPr>
                      <a:r>
                        <a:rPr lang="en-IN" sz="1200" dirty="0">
                          <a:effectLst/>
                          <a:latin typeface="+mn-lt"/>
                          <a:ea typeface="Calibri" panose="020F0502020204030204" pitchFamily="34" charset="0"/>
                          <a:cs typeface="Times New Roman" panose="02020603050405020304" pitchFamily="18" charset="0"/>
                        </a:rPr>
                        <a:t>2023</a:t>
                      </a:r>
                      <a:endParaRPr lang="en-US" sz="1200" dirty="0">
                        <a:effectLst/>
                        <a:latin typeface="+mn-lt"/>
                        <a:ea typeface="Calibri" panose="020F0502020204030204" pitchFamily="34" charset="0"/>
                        <a:cs typeface="Times New Roman" panose="02020603050405020304" pitchFamily="18" charset="0"/>
                      </a:endParaRPr>
                    </a:p>
                  </a:txBody>
                  <a:tcPr marL="68580" marR="68580" marT="0" marB="0"/>
                </a:tc>
                <a:tc>
                  <a:txBody>
                    <a:bodyPr/>
                    <a:lstStyle/>
                    <a:p>
                      <a:pPr marL="0" marR="0" indent="0" algn="just">
                        <a:lnSpc>
                          <a:spcPct val="150000"/>
                        </a:lnSpc>
                        <a:spcAft>
                          <a:spcPts val="1000"/>
                        </a:spcAft>
                        <a:buNone/>
                      </a:pPr>
                      <a:r>
                        <a:rPr lang="en-IN" sz="1200" dirty="0"/>
                        <a:t>Gowtham M, </a:t>
                      </a:r>
                      <a:r>
                        <a:rPr lang="en-IN" sz="1200" dirty="0" err="1"/>
                        <a:t>Adhwanth</a:t>
                      </a:r>
                      <a:r>
                        <a:rPr lang="en-IN" sz="1200" dirty="0"/>
                        <a:t> D, Manojkumar G, Naveen R, Nazeem K. </a:t>
                      </a:r>
                      <a:br>
                        <a:rPr lang="en-IN" sz="1200" dirty="0"/>
                      </a:br>
                      <a:endParaRPr lang="en-US" sz="1200" dirty="0">
                        <a:effectLst/>
                        <a:latin typeface="+mn-lt"/>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50000"/>
                        </a:lnSpc>
                        <a:spcAft>
                          <a:spcPts val="1000"/>
                        </a:spcAft>
                        <a:buNone/>
                      </a:pPr>
                      <a:r>
                        <a:rPr lang="en-US" sz="1200" dirty="0"/>
                        <a:t>RFID sensor detects emergency vehicles and changes signals instantly.</a:t>
                      </a:r>
                      <a:br>
                        <a:rPr lang="en-US" sz="1200" dirty="0"/>
                      </a:br>
                      <a:endParaRPr lang="en-US" sz="1200" dirty="0">
                        <a:effectLst/>
                        <a:latin typeface="+mn-lt"/>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50000"/>
                        </a:lnSpc>
                        <a:spcAft>
                          <a:spcPts val="1000"/>
                        </a:spcAft>
                        <a:buNone/>
                      </a:pPr>
                      <a:r>
                        <a:rPr lang="en-US" sz="1200" dirty="0"/>
                        <a:t>Traditional systems lack automated emergency priority; require manual control.</a:t>
                      </a:r>
                      <a:br>
                        <a:rPr lang="en-US" sz="1200" dirty="0"/>
                      </a:br>
                      <a:endParaRPr lang="en-US" sz="1200" dirty="0">
                        <a:effectLst/>
                        <a:latin typeface="+mn-lt"/>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810387051"/>
                  </a:ext>
                </a:extLst>
              </a:tr>
            </a:tbl>
          </a:graphicData>
        </a:graphic>
      </p:graphicFrame>
      <p:sp>
        <p:nvSpPr>
          <p:cNvPr id="7" name="TextBox 6">
            <a:extLst>
              <a:ext uri="{FF2B5EF4-FFF2-40B4-BE49-F238E27FC236}">
                <a16:creationId xmlns:a16="http://schemas.microsoft.com/office/drawing/2014/main" id="{FFBBBA1D-E6AF-C62E-2097-AD8F80FB2D86}"/>
              </a:ext>
            </a:extLst>
          </p:cNvPr>
          <p:cNvSpPr txBox="1"/>
          <p:nvPr/>
        </p:nvSpPr>
        <p:spPr>
          <a:xfrm>
            <a:off x="2404860" y="5229067"/>
            <a:ext cx="9131744" cy="1477328"/>
          </a:xfrm>
          <a:prstGeom prst="rect">
            <a:avLst/>
          </a:prstGeom>
          <a:noFill/>
        </p:spPr>
        <p:txBody>
          <a:bodyPr wrap="square">
            <a:spAutoFit/>
          </a:bodyPr>
          <a:lstStyle/>
          <a:p>
            <a:r>
              <a:rPr lang="en-US" b="1" dirty="0"/>
              <a:t>How Addressed:</a:t>
            </a:r>
            <a:br>
              <a:rPr lang="en-US" dirty="0"/>
            </a:br>
            <a:r>
              <a:rPr lang="en-US" dirty="0"/>
              <a:t>        Implements automated detection-trigger system using RFID and microcontroller.</a:t>
            </a:r>
          </a:p>
          <a:p>
            <a:br>
              <a:rPr lang="en-US" dirty="0"/>
            </a:br>
            <a:r>
              <a:rPr lang="en-US" b="1" dirty="0"/>
              <a:t>Paper Link:</a:t>
            </a:r>
            <a:br>
              <a:rPr lang="en-US" dirty="0"/>
            </a:br>
            <a:r>
              <a:rPr lang="en-US" dirty="0"/>
              <a:t>🔗 </a:t>
            </a:r>
            <a:r>
              <a:rPr lang="en-US" dirty="0">
                <a:hlinkClick r:id="rId3"/>
              </a:rPr>
              <a:t>https://ijetms.in/Vol-7-issue-3/Vol-7-Issue-3-34.html</a:t>
            </a:r>
            <a:endParaRPr lang="en-US" dirty="0"/>
          </a:p>
        </p:txBody>
      </p:sp>
    </p:spTree>
    <p:extLst>
      <p:ext uri="{BB962C8B-B14F-4D97-AF65-F5344CB8AC3E}">
        <p14:creationId xmlns:p14="http://schemas.microsoft.com/office/powerpoint/2010/main" val="2203319718"/>
      </p:ext>
    </p:extLst>
  </p:cSld>
  <p:clrMapOvr>
    <a:masterClrMapping/>
  </p:clrMapOvr>
  <p:transition spd="slow">
    <p:push dir="u"/>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5DA6B8-ED58-B6F1-066F-0B84904B5437}"/>
            </a:ext>
          </a:extLst>
        </p:cNvPr>
        <p:cNvGrpSpPr/>
        <p:nvPr/>
      </p:nvGrpSpPr>
      <p:grpSpPr>
        <a:xfrm>
          <a:off x="0" y="0"/>
          <a:ext cx="0" cy="0"/>
          <a:chOff x="0" y="0"/>
          <a:chExt cx="0" cy="0"/>
        </a:xfrm>
      </p:grpSpPr>
      <p:sp>
        <p:nvSpPr>
          <p:cNvPr id="5" name="Rectangle">
            <a:extLst>
              <a:ext uri="{FF2B5EF4-FFF2-40B4-BE49-F238E27FC236}">
                <a16:creationId xmlns:a16="http://schemas.microsoft.com/office/drawing/2014/main" id="{A026FADE-A446-46AF-B327-FD646DBC3F34}"/>
              </a:ext>
            </a:extLst>
          </p:cNvPr>
          <p:cNvSpPr/>
          <p:nvPr/>
        </p:nvSpPr>
        <p:spPr>
          <a:xfrm flipH="1">
            <a:off x="-24000" y="-2"/>
            <a:ext cx="2469463" cy="6858000"/>
          </a:xfrm>
          <a:prstGeom prst="rect">
            <a:avLst/>
          </a:prstGeom>
          <a:solidFill>
            <a:srgbClr val="F28E01"/>
          </a:solidFill>
          <a:ln w="12700">
            <a:miter lim="400000"/>
          </a:ln>
        </p:spPr>
        <p:txBody>
          <a:bodyPr lIns="50800" tIns="50800" rIns="50800" bIns="50800" anchor="ctr"/>
          <a:lstStyle/>
          <a:p>
            <a:pPr defTabSz="1130300">
              <a:defRPr sz="3200">
                <a:solidFill>
                  <a:srgbClr val="FFFFFF"/>
                </a:solidFill>
                <a:latin typeface="Graphik"/>
                <a:ea typeface="Graphik"/>
                <a:cs typeface="Graphik"/>
                <a:sym typeface="Graphik"/>
              </a:defRPr>
            </a:pPr>
            <a:endParaRPr sz="3200" baseline="-25000"/>
          </a:p>
        </p:txBody>
      </p:sp>
      <p:sp>
        <p:nvSpPr>
          <p:cNvPr id="8" name="Rectangle">
            <a:extLst>
              <a:ext uri="{FF2B5EF4-FFF2-40B4-BE49-F238E27FC236}">
                <a16:creationId xmlns:a16="http://schemas.microsoft.com/office/drawing/2014/main" id="{D93C5905-18E7-91B7-174F-34CCF633732B}"/>
              </a:ext>
            </a:extLst>
          </p:cNvPr>
          <p:cNvSpPr/>
          <p:nvPr/>
        </p:nvSpPr>
        <p:spPr>
          <a:xfrm flipH="1">
            <a:off x="11496000" y="1"/>
            <a:ext cx="257907" cy="6858000"/>
          </a:xfrm>
          <a:prstGeom prst="rect">
            <a:avLst/>
          </a:prstGeom>
          <a:solidFill>
            <a:srgbClr val="F28E01"/>
          </a:solidFill>
          <a:ln w="12700">
            <a:miter lim="400000"/>
          </a:ln>
        </p:spPr>
        <p:txBody>
          <a:bodyPr lIns="50800" tIns="50800" rIns="50800" bIns="50800" anchor="ctr"/>
          <a:lstStyle/>
          <a:p>
            <a:pPr defTabSz="1130300">
              <a:defRPr sz="3300">
                <a:solidFill>
                  <a:srgbClr val="FFFFFF"/>
                </a:solidFill>
                <a:latin typeface="Graphik"/>
                <a:ea typeface="Graphik"/>
                <a:cs typeface="Graphik"/>
                <a:sym typeface="Graphik"/>
              </a:defRPr>
            </a:pPr>
            <a:endParaRPr sz="3300"/>
          </a:p>
        </p:txBody>
      </p:sp>
      <p:sp>
        <p:nvSpPr>
          <p:cNvPr id="15" name="Content Placeholder 2">
            <a:extLst>
              <a:ext uri="{FF2B5EF4-FFF2-40B4-BE49-F238E27FC236}">
                <a16:creationId xmlns:a16="http://schemas.microsoft.com/office/drawing/2014/main" id="{EADE2772-F824-373F-5C26-9692D86B233B}"/>
              </a:ext>
            </a:extLst>
          </p:cNvPr>
          <p:cNvSpPr>
            <a:spLocks noGrp="1"/>
          </p:cNvSpPr>
          <p:nvPr>
            <p:ph idx="1"/>
          </p:nvPr>
        </p:nvSpPr>
        <p:spPr>
          <a:xfrm>
            <a:off x="2743199" y="381000"/>
            <a:ext cx="8443337" cy="6172199"/>
          </a:xfrm>
        </p:spPr>
        <p:txBody>
          <a:bodyPr>
            <a:normAutofit/>
          </a:bodyPr>
          <a:lstStyle/>
          <a:p>
            <a:pPr>
              <a:buNone/>
            </a:pPr>
            <a:endParaRPr lang="en-IN" dirty="0"/>
          </a:p>
          <a:p>
            <a:pPr marL="0" indent="0">
              <a:buNone/>
            </a:pPr>
            <a:endParaRPr lang="en-IN" dirty="0"/>
          </a:p>
          <a:p>
            <a:pPr marL="0" indent="0" algn="ctr">
              <a:buNone/>
            </a:pPr>
            <a:endParaRPr lang="en-US" dirty="0"/>
          </a:p>
          <a:p>
            <a:pPr marL="0" indent="0" algn="ctr">
              <a:buNone/>
            </a:pPr>
            <a:endParaRPr lang="en-US" dirty="0"/>
          </a:p>
          <a:p>
            <a:pPr marL="0" indent="0" algn="ctr">
              <a:buNone/>
            </a:pPr>
            <a:endParaRPr lang="en-US" dirty="0"/>
          </a:p>
          <a:p>
            <a:pPr marL="0" indent="0" algn="ctr">
              <a:buNone/>
            </a:pPr>
            <a:r>
              <a:rPr lang="en-US" sz="5400" b="1" dirty="0"/>
              <a:t>3. </a:t>
            </a:r>
            <a:r>
              <a:rPr lang="en-IN" sz="5400" b="1" dirty="0"/>
              <a:t>PROBLEM STATEMENT</a:t>
            </a:r>
          </a:p>
        </p:txBody>
      </p:sp>
    </p:spTree>
    <p:extLst>
      <p:ext uri="{BB962C8B-B14F-4D97-AF65-F5344CB8AC3E}">
        <p14:creationId xmlns:p14="http://schemas.microsoft.com/office/powerpoint/2010/main" val="470158335"/>
      </p:ext>
    </p:extLst>
  </p:cSld>
  <p:clrMapOvr>
    <a:masterClrMapping/>
  </p:clrMapOvr>
  <p:transition spd="med">
    <p:pull/>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ACE3B9-70B5-C12B-8173-E1D564AF3AE2}"/>
            </a:ext>
          </a:extLst>
        </p:cNvPr>
        <p:cNvGrpSpPr/>
        <p:nvPr/>
      </p:nvGrpSpPr>
      <p:grpSpPr>
        <a:xfrm>
          <a:off x="0" y="0"/>
          <a:ext cx="0" cy="0"/>
          <a:chOff x="0" y="0"/>
          <a:chExt cx="0" cy="0"/>
        </a:xfrm>
      </p:grpSpPr>
      <p:sp>
        <p:nvSpPr>
          <p:cNvPr id="5" name="Rectangle">
            <a:extLst>
              <a:ext uri="{FF2B5EF4-FFF2-40B4-BE49-F238E27FC236}">
                <a16:creationId xmlns:a16="http://schemas.microsoft.com/office/drawing/2014/main" id="{42CDF674-B903-C651-9485-60472524865F}"/>
              </a:ext>
            </a:extLst>
          </p:cNvPr>
          <p:cNvSpPr/>
          <p:nvPr/>
        </p:nvSpPr>
        <p:spPr>
          <a:xfrm flipH="1">
            <a:off x="-24000" y="-2"/>
            <a:ext cx="2469463" cy="6858000"/>
          </a:xfrm>
          <a:prstGeom prst="rect">
            <a:avLst/>
          </a:prstGeom>
          <a:solidFill>
            <a:srgbClr val="F28E01"/>
          </a:solidFill>
          <a:ln w="12700">
            <a:miter lim="400000"/>
          </a:ln>
        </p:spPr>
        <p:txBody>
          <a:bodyPr lIns="50800" tIns="50800" rIns="50800" bIns="50800" anchor="ctr"/>
          <a:lstStyle/>
          <a:p>
            <a:pPr defTabSz="1130300">
              <a:defRPr sz="3200">
                <a:solidFill>
                  <a:srgbClr val="FFFFFF"/>
                </a:solidFill>
                <a:latin typeface="Graphik"/>
                <a:ea typeface="Graphik"/>
                <a:cs typeface="Graphik"/>
                <a:sym typeface="Graphik"/>
              </a:defRPr>
            </a:pPr>
            <a:endParaRPr sz="3200" baseline="-25000"/>
          </a:p>
        </p:txBody>
      </p:sp>
      <p:sp>
        <p:nvSpPr>
          <p:cNvPr id="8" name="Rectangle">
            <a:extLst>
              <a:ext uri="{FF2B5EF4-FFF2-40B4-BE49-F238E27FC236}">
                <a16:creationId xmlns:a16="http://schemas.microsoft.com/office/drawing/2014/main" id="{E350FAF1-9D3C-2DD7-2D37-E2DFE012580D}"/>
              </a:ext>
            </a:extLst>
          </p:cNvPr>
          <p:cNvSpPr/>
          <p:nvPr/>
        </p:nvSpPr>
        <p:spPr>
          <a:xfrm flipH="1">
            <a:off x="11496000" y="1"/>
            <a:ext cx="257907" cy="6858000"/>
          </a:xfrm>
          <a:prstGeom prst="rect">
            <a:avLst/>
          </a:prstGeom>
          <a:solidFill>
            <a:srgbClr val="F28E01"/>
          </a:solidFill>
          <a:ln w="12700">
            <a:miter lim="400000"/>
          </a:ln>
        </p:spPr>
        <p:txBody>
          <a:bodyPr lIns="50800" tIns="50800" rIns="50800" bIns="50800" anchor="ctr"/>
          <a:lstStyle/>
          <a:p>
            <a:pPr defTabSz="1130300">
              <a:defRPr sz="3300">
                <a:solidFill>
                  <a:srgbClr val="FFFFFF"/>
                </a:solidFill>
                <a:latin typeface="Graphik"/>
                <a:ea typeface="Graphik"/>
                <a:cs typeface="Graphik"/>
                <a:sym typeface="Graphik"/>
              </a:defRPr>
            </a:pPr>
            <a:endParaRPr sz="3300"/>
          </a:p>
        </p:txBody>
      </p:sp>
      <p:sp>
        <p:nvSpPr>
          <p:cNvPr id="14" name="Title 1">
            <a:extLst>
              <a:ext uri="{FF2B5EF4-FFF2-40B4-BE49-F238E27FC236}">
                <a16:creationId xmlns:a16="http://schemas.microsoft.com/office/drawing/2014/main" id="{D5F8ADC8-E526-6BD1-D994-5624E4986D5F}"/>
              </a:ext>
            </a:extLst>
          </p:cNvPr>
          <p:cNvSpPr>
            <a:spLocks noGrp="1"/>
          </p:cNvSpPr>
          <p:nvPr>
            <p:ph type="title"/>
          </p:nvPr>
        </p:nvSpPr>
        <p:spPr>
          <a:xfrm>
            <a:off x="2514600" y="152400"/>
            <a:ext cx="8839200" cy="1143000"/>
          </a:xfrm>
        </p:spPr>
        <p:txBody>
          <a:bodyPr>
            <a:normAutofit/>
          </a:bodyPr>
          <a:lstStyle/>
          <a:p>
            <a:r>
              <a:rPr lang="en-IN" dirty="0"/>
              <a:t>PROBLEM STATEMENT </a:t>
            </a:r>
          </a:p>
        </p:txBody>
      </p:sp>
      <p:sp>
        <p:nvSpPr>
          <p:cNvPr id="24" name="TextBox 23">
            <a:extLst>
              <a:ext uri="{FF2B5EF4-FFF2-40B4-BE49-F238E27FC236}">
                <a16:creationId xmlns:a16="http://schemas.microsoft.com/office/drawing/2014/main" id="{B50FDA79-78DA-23F1-E892-9D6E2071B3EC}"/>
              </a:ext>
            </a:extLst>
          </p:cNvPr>
          <p:cNvSpPr txBox="1"/>
          <p:nvPr/>
        </p:nvSpPr>
        <p:spPr>
          <a:xfrm>
            <a:off x="2514600" y="1102908"/>
            <a:ext cx="8618187" cy="2126864"/>
          </a:xfrm>
          <a:prstGeom prst="rect">
            <a:avLst/>
          </a:prstGeom>
          <a:noFill/>
        </p:spPr>
        <p:txBody>
          <a:bodyPr wrap="square">
            <a:spAutoFit/>
          </a:bodyPr>
          <a:lstStyle/>
          <a:p>
            <a:pPr marL="285750" indent="-285750" algn="just">
              <a:lnSpc>
                <a:spcPct val="150000"/>
              </a:lnSpc>
              <a:buFont typeface="Wingdings" panose="05000000000000000000" pitchFamily="2" charset="2"/>
              <a:buChar char="Ø"/>
            </a:pPr>
            <a:r>
              <a:rPr lang="en-US" dirty="0"/>
              <a:t>Current traffic signals work on fixed timers and do not adjust to real traffic conditions. This leads to long waiting, slow movement, and congestion at junctions. Emergency vehicles also get stuck because there is no automatic priority system. To solve these issues, a smart IoT-based traffic signal system is needed that can control timings dynamically, provide emergency clearance, and improve overall traffic flow.</a:t>
            </a:r>
            <a:endParaRPr lang="en-IN" dirty="0"/>
          </a:p>
        </p:txBody>
      </p:sp>
    </p:spTree>
    <p:extLst>
      <p:ext uri="{BB962C8B-B14F-4D97-AF65-F5344CB8AC3E}">
        <p14:creationId xmlns:p14="http://schemas.microsoft.com/office/powerpoint/2010/main" val="4073561436"/>
      </p:ext>
    </p:extLst>
  </p:cSld>
  <p:clrMapOvr>
    <a:masterClrMapping/>
  </p:clrMapOvr>
  <p:transition spd="slow">
    <p:push dir="u"/>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7ABB4A-0CE4-7166-39A2-2EBAFAEC5021}"/>
            </a:ext>
          </a:extLst>
        </p:cNvPr>
        <p:cNvGrpSpPr/>
        <p:nvPr/>
      </p:nvGrpSpPr>
      <p:grpSpPr>
        <a:xfrm>
          <a:off x="0" y="0"/>
          <a:ext cx="0" cy="0"/>
          <a:chOff x="0" y="0"/>
          <a:chExt cx="0" cy="0"/>
        </a:xfrm>
      </p:grpSpPr>
      <p:sp>
        <p:nvSpPr>
          <p:cNvPr id="5" name="Rectangle">
            <a:extLst>
              <a:ext uri="{FF2B5EF4-FFF2-40B4-BE49-F238E27FC236}">
                <a16:creationId xmlns:a16="http://schemas.microsoft.com/office/drawing/2014/main" id="{FD665531-A6E7-F7CE-2E56-0393ED697FE8}"/>
              </a:ext>
            </a:extLst>
          </p:cNvPr>
          <p:cNvSpPr/>
          <p:nvPr/>
        </p:nvSpPr>
        <p:spPr>
          <a:xfrm flipH="1">
            <a:off x="-24000" y="-2"/>
            <a:ext cx="2469463" cy="6858000"/>
          </a:xfrm>
          <a:prstGeom prst="rect">
            <a:avLst/>
          </a:prstGeom>
          <a:solidFill>
            <a:srgbClr val="F28E01"/>
          </a:solidFill>
          <a:ln w="12700">
            <a:miter lim="400000"/>
          </a:ln>
        </p:spPr>
        <p:txBody>
          <a:bodyPr lIns="50800" tIns="50800" rIns="50800" bIns="50800" anchor="ctr"/>
          <a:lstStyle/>
          <a:p>
            <a:pPr defTabSz="1130300">
              <a:defRPr sz="3200">
                <a:solidFill>
                  <a:srgbClr val="FFFFFF"/>
                </a:solidFill>
                <a:latin typeface="Graphik"/>
                <a:ea typeface="Graphik"/>
                <a:cs typeface="Graphik"/>
                <a:sym typeface="Graphik"/>
              </a:defRPr>
            </a:pPr>
            <a:endParaRPr sz="3200" baseline="-25000"/>
          </a:p>
        </p:txBody>
      </p:sp>
      <p:sp>
        <p:nvSpPr>
          <p:cNvPr id="8" name="Rectangle">
            <a:extLst>
              <a:ext uri="{FF2B5EF4-FFF2-40B4-BE49-F238E27FC236}">
                <a16:creationId xmlns:a16="http://schemas.microsoft.com/office/drawing/2014/main" id="{A6479CEC-FFCF-C8DA-8E88-E7B36857C8EE}"/>
              </a:ext>
            </a:extLst>
          </p:cNvPr>
          <p:cNvSpPr/>
          <p:nvPr/>
        </p:nvSpPr>
        <p:spPr>
          <a:xfrm flipH="1">
            <a:off x="11496000" y="1"/>
            <a:ext cx="257907" cy="6858000"/>
          </a:xfrm>
          <a:prstGeom prst="rect">
            <a:avLst/>
          </a:prstGeom>
          <a:solidFill>
            <a:srgbClr val="F28E01"/>
          </a:solidFill>
          <a:ln w="12700">
            <a:miter lim="400000"/>
          </a:ln>
        </p:spPr>
        <p:txBody>
          <a:bodyPr lIns="50800" tIns="50800" rIns="50800" bIns="50800" anchor="ctr"/>
          <a:lstStyle/>
          <a:p>
            <a:pPr defTabSz="1130300">
              <a:defRPr sz="3300">
                <a:solidFill>
                  <a:srgbClr val="FFFFFF"/>
                </a:solidFill>
                <a:latin typeface="Graphik"/>
                <a:ea typeface="Graphik"/>
                <a:cs typeface="Graphik"/>
                <a:sym typeface="Graphik"/>
              </a:defRPr>
            </a:pPr>
            <a:endParaRPr sz="3300"/>
          </a:p>
        </p:txBody>
      </p:sp>
      <p:sp>
        <p:nvSpPr>
          <p:cNvPr id="15" name="Content Placeholder 2">
            <a:extLst>
              <a:ext uri="{FF2B5EF4-FFF2-40B4-BE49-F238E27FC236}">
                <a16:creationId xmlns:a16="http://schemas.microsoft.com/office/drawing/2014/main" id="{EA6600ED-E3FB-737C-5B26-0267495F8468}"/>
              </a:ext>
            </a:extLst>
          </p:cNvPr>
          <p:cNvSpPr>
            <a:spLocks noGrp="1"/>
          </p:cNvSpPr>
          <p:nvPr>
            <p:ph idx="1"/>
          </p:nvPr>
        </p:nvSpPr>
        <p:spPr>
          <a:xfrm>
            <a:off x="2743199" y="381000"/>
            <a:ext cx="8443337" cy="6172199"/>
          </a:xfrm>
        </p:spPr>
        <p:txBody>
          <a:bodyPr>
            <a:normAutofit/>
          </a:bodyPr>
          <a:lstStyle/>
          <a:p>
            <a:pPr>
              <a:buNone/>
            </a:pPr>
            <a:endParaRPr lang="en-IN" dirty="0"/>
          </a:p>
          <a:p>
            <a:pPr marL="0" indent="0">
              <a:buNone/>
            </a:pPr>
            <a:endParaRPr lang="en-IN" dirty="0"/>
          </a:p>
          <a:p>
            <a:pPr marL="0" indent="0" algn="ctr">
              <a:buNone/>
            </a:pPr>
            <a:endParaRPr lang="en-US" dirty="0"/>
          </a:p>
          <a:p>
            <a:pPr marL="0" indent="0" algn="ctr">
              <a:buNone/>
            </a:pPr>
            <a:endParaRPr lang="en-US" dirty="0"/>
          </a:p>
          <a:p>
            <a:pPr marL="0" indent="0" algn="ctr">
              <a:buNone/>
            </a:pPr>
            <a:endParaRPr lang="en-US" dirty="0"/>
          </a:p>
          <a:p>
            <a:pPr marL="0" indent="0" algn="ctr">
              <a:buNone/>
            </a:pPr>
            <a:r>
              <a:rPr lang="en-US" sz="5400" b="1" dirty="0"/>
              <a:t>4. </a:t>
            </a:r>
            <a:r>
              <a:rPr lang="en-IN" sz="5400" b="1" dirty="0"/>
              <a:t>PROPOSED METHODOLOGY &amp; PROJECT OBJECTIVES</a:t>
            </a:r>
          </a:p>
        </p:txBody>
      </p:sp>
    </p:spTree>
    <p:extLst>
      <p:ext uri="{BB962C8B-B14F-4D97-AF65-F5344CB8AC3E}">
        <p14:creationId xmlns:p14="http://schemas.microsoft.com/office/powerpoint/2010/main" val="981150176"/>
      </p:ext>
    </p:extLst>
  </p:cSld>
  <p:clrMapOvr>
    <a:masterClrMapping/>
  </p:clrMapOvr>
  <p:transition spd="med">
    <p:pull/>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A3A9E5-8CF5-B5D4-84BA-67E521CA6CAA}"/>
            </a:ext>
          </a:extLst>
        </p:cNvPr>
        <p:cNvGrpSpPr/>
        <p:nvPr/>
      </p:nvGrpSpPr>
      <p:grpSpPr>
        <a:xfrm>
          <a:off x="0" y="0"/>
          <a:ext cx="0" cy="0"/>
          <a:chOff x="0" y="0"/>
          <a:chExt cx="0" cy="0"/>
        </a:xfrm>
      </p:grpSpPr>
      <p:sp>
        <p:nvSpPr>
          <p:cNvPr id="5" name="Rectangle">
            <a:extLst>
              <a:ext uri="{FF2B5EF4-FFF2-40B4-BE49-F238E27FC236}">
                <a16:creationId xmlns:a16="http://schemas.microsoft.com/office/drawing/2014/main" id="{65744E57-2A26-7AFB-2BE6-8A482EDA17C8}"/>
              </a:ext>
            </a:extLst>
          </p:cNvPr>
          <p:cNvSpPr/>
          <p:nvPr/>
        </p:nvSpPr>
        <p:spPr>
          <a:xfrm flipH="1">
            <a:off x="-24000" y="-2"/>
            <a:ext cx="2469463" cy="6858000"/>
          </a:xfrm>
          <a:prstGeom prst="rect">
            <a:avLst/>
          </a:prstGeom>
          <a:solidFill>
            <a:srgbClr val="F28E01"/>
          </a:solidFill>
          <a:ln w="12700">
            <a:miter lim="400000"/>
          </a:ln>
        </p:spPr>
        <p:txBody>
          <a:bodyPr lIns="50800" tIns="50800" rIns="50800" bIns="50800" anchor="ctr"/>
          <a:lstStyle/>
          <a:p>
            <a:pPr defTabSz="1130300">
              <a:defRPr sz="3200">
                <a:solidFill>
                  <a:srgbClr val="FFFFFF"/>
                </a:solidFill>
                <a:latin typeface="Graphik"/>
                <a:ea typeface="Graphik"/>
                <a:cs typeface="Graphik"/>
                <a:sym typeface="Graphik"/>
              </a:defRPr>
            </a:pPr>
            <a:endParaRPr sz="3200" baseline="-25000"/>
          </a:p>
        </p:txBody>
      </p:sp>
      <p:sp>
        <p:nvSpPr>
          <p:cNvPr id="8" name="Rectangle">
            <a:extLst>
              <a:ext uri="{FF2B5EF4-FFF2-40B4-BE49-F238E27FC236}">
                <a16:creationId xmlns:a16="http://schemas.microsoft.com/office/drawing/2014/main" id="{58AC264C-D43F-8506-C4B2-0966D3F01B13}"/>
              </a:ext>
            </a:extLst>
          </p:cNvPr>
          <p:cNvSpPr/>
          <p:nvPr/>
        </p:nvSpPr>
        <p:spPr>
          <a:xfrm flipH="1">
            <a:off x="11496000" y="1"/>
            <a:ext cx="257907" cy="6858000"/>
          </a:xfrm>
          <a:prstGeom prst="rect">
            <a:avLst/>
          </a:prstGeom>
          <a:solidFill>
            <a:srgbClr val="F28E01"/>
          </a:solidFill>
          <a:ln w="12700">
            <a:miter lim="400000"/>
          </a:ln>
        </p:spPr>
        <p:txBody>
          <a:bodyPr lIns="50800" tIns="50800" rIns="50800" bIns="50800" anchor="ctr"/>
          <a:lstStyle/>
          <a:p>
            <a:pPr defTabSz="1130300">
              <a:defRPr sz="3300">
                <a:solidFill>
                  <a:srgbClr val="FFFFFF"/>
                </a:solidFill>
                <a:latin typeface="Graphik"/>
                <a:ea typeface="Graphik"/>
                <a:cs typeface="Graphik"/>
                <a:sym typeface="Graphik"/>
              </a:defRPr>
            </a:pPr>
            <a:endParaRPr sz="3300"/>
          </a:p>
        </p:txBody>
      </p:sp>
      <p:sp>
        <p:nvSpPr>
          <p:cNvPr id="14" name="Title 1">
            <a:extLst>
              <a:ext uri="{FF2B5EF4-FFF2-40B4-BE49-F238E27FC236}">
                <a16:creationId xmlns:a16="http://schemas.microsoft.com/office/drawing/2014/main" id="{5A43D123-6F99-2B3F-CE5B-FAE3FEB85EB5}"/>
              </a:ext>
            </a:extLst>
          </p:cNvPr>
          <p:cNvSpPr>
            <a:spLocks noGrp="1"/>
          </p:cNvSpPr>
          <p:nvPr>
            <p:ph type="title"/>
          </p:nvPr>
        </p:nvSpPr>
        <p:spPr>
          <a:xfrm>
            <a:off x="2514600" y="152400"/>
            <a:ext cx="8915400" cy="1143000"/>
          </a:xfrm>
        </p:spPr>
        <p:txBody>
          <a:bodyPr>
            <a:normAutofit/>
          </a:bodyPr>
          <a:lstStyle/>
          <a:p>
            <a:r>
              <a:rPr lang="en-IN" dirty="0"/>
              <a:t>PROPOSED METHODOLOGY</a:t>
            </a:r>
          </a:p>
        </p:txBody>
      </p:sp>
      <p:sp>
        <p:nvSpPr>
          <p:cNvPr id="7" name="Content Placeholder 6">
            <a:extLst>
              <a:ext uri="{FF2B5EF4-FFF2-40B4-BE49-F238E27FC236}">
                <a16:creationId xmlns:a16="http://schemas.microsoft.com/office/drawing/2014/main" id="{74F180EF-A881-0C30-292B-8A369E7E80AB}"/>
              </a:ext>
            </a:extLst>
          </p:cNvPr>
          <p:cNvSpPr>
            <a:spLocks noGrp="1"/>
          </p:cNvSpPr>
          <p:nvPr>
            <p:ph idx="1"/>
          </p:nvPr>
        </p:nvSpPr>
        <p:spPr>
          <a:xfrm>
            <a:off x="2511462" y="1474470"/>
            <a:ext cx="8842337" cy="4702493"/>
          </a:xfrm>
        </p:spPr>
        <p:txBody>
          <a:bodyPr>
            <a:normAutofit/>
          </a:bodyPr>
          <a:lstStyle/>
          <a:p>
            <a:pPr lvl="0" algn="just" eaLnBrk="0" fontAlgn="base" hangingPunct="0">
              <a:lnSpc>
                <a:spcPct val="150000"/>
              </a:lnSpc>
              <a:spcBef>
                <a:spcPct val="0"/>
              </a:spcBef>
              <a:spcAft>
                <a:spcPct val="0"/>
              </a:spcAft>
              <a:buFont typeface="Wingdings" panose="05000000000000000000" pitchFamily="2" charset="2"/>
              <a:buChar char="Ø"/>
            </a:pPr>
            <a:r>
              <a:rPr lang="en-US" altLang="en-US" dirty="0">
                <a:cs typeface="Arial" panose="020B0604020202020204" pitchFamily="34" charset="0"/>
              </a:rPr>
              <a:t>ESP32 controls all traffic lights and hosts a web dashboard for remote monitoring.</a:t>
            </a:r>
          </a:p>
          <a:p>
            <a:pPr lvl="0" algn="just" eaLnBrk="0" fontAlgn="base" hangingPunct="0">
              <a:lnSpc>
                <a:spcPct val="150000"/>
              </a:lnSpc>
              <a:spcBef>
                <a:spcPct val="0"/>
              </a:spcBef>
              <a:spcAft>
                <a:spcPct val="0"/>
              </a:spcAft>
              <a:buFont typeface="Wingdings" panose="05000000000000000000" pitchFamily="2" charset="2"/>
              <a:buChar char="Ø"/>
            </a:pPr>
            <a:r>
              <a:rPr lang="en-US" altLang="en-US" dirty="0">
                <a:cs typeface="Arial" panose="020B0604020202020204" pitchFamily="34" charset="0"/>
              </a:rPr>
              <a:t>RFID detects authorized emergency vehicles and clears the route instantly.</a:t>
            </a:r>
          </a:p>
          <a:p>
            <a:pPr lvl="0" algn="just" eaLnBrk="0" fontAlgn="base" hangingPunct="0">
              <a:lnSpc>
                <a:spcPct val="150000"/>
              </a:lnSpc>
              <a:spcBef>
                <a:spcPct val="0"/>
              </a:spcBef>
              <a:spcAft>
                <a:spcPct val="0"/>
              </a:spcAft>
              <a:buFont typeface="Wingdings" panose="05000000000000000000" pitchFamily="2" charset="2"/>
              <a:buChar char="Ø"/>
            </a:pPr>
            <a:r>
              <a:rPr lang="en-US" altLang="en-US" dirty="0">
                <a:cs typeface="Arial" panose="020B0604020202020204" pitchFamily="34" charset="0"/>
              </a:rPr>
              <a:t>OLED display shows real-time status of Signal and emergency Signal.</a:t>
            </a:r>
          </a:p>
          <a:p>
            <a:pPr lvl="0" algn="just" eaLnBrk="0" fontAlgn="base" hangingPunct="0">
              <a:lnSpc>
                <a:spcPct val="150000"/>
              </a:lnSpc>
              <a:spcBef>
                <a:spcPct val="0"/>
              </a:spcBef>
              <a:spcAft>
                <a:spcPct val="0"/>
              </a:spcAft>
              <a:buFont typeface="Wingdings" panose="05000000000000000000" pitchFamily="2" charset="2"/>
              <a:buChar char="Ø"/>
            </a:pPr>
            <a:r>
              <a:rPr lang="en-US" dirty="0"/>
              <a:t>Traffic signals run automatically, but the system allows quick manual changes through the dashboard or RFID when an emergency vehicle arrives.</a:t>
            </a:r>
            <a:endParaRPr lang="en-US" altLang="en-US" dirty="0">
              <a:cs typeface="Arial" panose="020B0604020202020204" pitchFamily="34" charset="0"/>
            </a:endParaRPr>
          </a:p>
        </p:txBody>
      </p:sp>
      <p:sp>
        <p:nvSpPr>
          <p:cNvPr id="11" name="Rectangle 3">
            <a:extLst>
              <a:ext uri="{FF2B5EF4-FFF2-40B4-BE49-F238E27FC236}">
                <a16:creationId xmlns:a16="http://schemas.microsoft.com/office/drawing/2014/main" id="{97B572E1-D414-ECE0-08A2-E65F76CC030F}"/>
              </a:ext>
            </a:extLst>
          </p:cNvPr>
          <p:cNvSpPr>
            <a:spLocks noChangeArrowheads="1"/>
          </p:cNvSpPr>
          <p:nvPr/>
        </p:nvSpPr>
        <p:spPr bwMode="auto">
          <a:xfrm>
            <a:off x="0" y="-184666"/>
            <a:ext cx="26481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4663869"/>
      </p:ext>
    </p:extLst>
  </p:cSld>
  <p:clrMapOvr>
    <a:masterClrMapping/>
  </p:clrMapOvr>
  <p:transition spd="slow">
    <p:push dir="u"/>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64230D-9B17-2B74-ADBC-C304E4D0D58A}"/>
            </a:ext>
          </a:extLst>
        </p:cNvPr>
        <p:cNvGrpSpPr/>
        <p:nvPr/>
      </p:nvGrpSpPr>
      <p:grpSpPr>
        <a:xfrm>
          <a:off x="0" y="0"/>
          <a:ext cx="0" cy="0"/>
          <a:chOff x="0" y="0"/>
          <a:chExt cx="0" cy="0"/>
        </a:xfrm>
      </p:grpSpPr>
      <p:sp>
        <p:nvSpPr>
          <p:cNvPr id="5" name="Rectangle">
            <a:extLst>
              <a:ext uri="{FF2B5EF4-FFF2-40B4-BE49-F238E27FC236}">
                <a16:creationId xmlns:a16="http://schemas.microsoft.com/office/drawing/2014/main" id="{89904AFD-E063-FD88-C713-8AF111A56181}"/>
              </a:ext>
            </a:extLst>
          </p:cNvPr>
          <p:cNvSpPr/>
          <p:nvPr/>
        </p:nvSpPr>
        <p:spPr>
          <a:xfrm flipH="1">
            <a:off x="-24000" y="-2"/>
            <a:ext cx="2469463" cy="6858000"/>
          </a:xfrm>
          <a:prstGeom prst="rect">
            <a:avLst/>
          </a:prstGeom>
          <a:solidFill>
            <a:srgbClr val="F28E01"/>
          </a:solidFill>
          <a:ln w="12700">
            <a:miter lim="400000"/>
          </a:ln>
        </p:spPr>
        <p:txBody>
          <a:bodyPr lIns="50800" tIns="50800" rIns="50800" bIns="50800" anchor="ctr"/>
          <a:lstStyle/>
          <a:p>
            <a:pPr defTabSz="1130300">
              <a:defRPr sz="3200">
                <a:solidFill>
                  <a:srgbClr val="FFFFFF"/>
                </a:solidFill>
                <a:latin typeface="Graphik"/>
                <a:ea typeface="Graphik"/>
                <a:cs typeface="Graphik"/>
                <a:sym typeface="Graphik"/>
              </a:defRPr>
            </a:pPr>
            <a:endParaRPr sz="3200" baseline="-25000"/>
          </a:p>
        </p:txBody>
      </p:sp>
      <p:sp>
        <p:nvSpPr>
          <p:cNvPr id="8" name="Rectangle">
            <a:extLst>
              <a:ext uri="{FF2B5EF4-FFF2-40B4-BE49-F238E27FC236}">
                <a16:creationId xmlns:a16="http://schemas.microsoft.com/office/drawing/2014/main" id="{B61F6278-824D-91B8-8CCC-F01595B0A464}"/>
              </a:ext>
            </a:extLst>
          </p:cNvPr>
          <p:cNvSpPr/>
          <p:nvPr/>
        </p:nvSpPr>
        <p:spPr>
          <a:xfrm flipH="1">
            <a:off x="11496000" y="1"/>
            <a:ext cx="257907" cy="6858000"/>
          </a:xfrm>
          <a:prstGeom prst="rect">
            <a:avLst/>
          </a:prstGeom>
          <a:solidFill>
            <a:srgbClr val="F28E01"/>
          </a:solidFill>
          <a:ln w="12700">
            <a:miter lim="400000"/>
          </a:ln>
        </p:spPr>
        <p:txBody>
          <a:bodyPr lIns="50800" tIns="50800" rIns="50800" bIns="50800" anchor="ctr"/>
          <a:lstStyle/>
          <a:p>
            <a:pPr defTabSz="1130300">
              <a:defRPr sz="3300">
                <a:solidFill>
                  <a:srgbClr val="FFFFFF"/>
                </a:solidFill>
                <a:latin typeface="Graphik"/>
                <a:ea typeface="Graphik"/>
                <a:cs typeface="Graphik"/>
                <a:sym typeface="Graphik"/>
              </a:defRPr>
            </a:pPr>
            <a:endParaRPr sz="3300"/>
          </a:p>
        </p:txBody>
      </p:sp>
      <p:sp>
        <p:nvSpPr>
          <p:cNvPr id="14" name="Title 1">
            <a:extLst>
              <a:ext uri="{FF2B5EF4-FFF2-40B4-BE49-F238E27FC236}">
                <a16:creationId xmlns:a16="http://schemas.microsoft.com/office/drawing/2014/main" id="{E0B84B2B-47CF-93AD-6158-C3813443A4BB}"/>
              </a:ext>
            </a:extLst>
          </p:cNvPr>
          <p:cNvSpPr>
            <a:spLocks noGrp="1"/>
          </p:cNvSpPr>
          <p:nvPr>
            <p:ph type="title"/>
          </p:nvPr>
        </p:nvSpPr>
        <p:spPr>
          <a:xfrm>
            <a:off x="2514600" y="152400"/>
            <a:ext cx="8915400" cy="1143000"/>
          </a:xfrm>
        </p:spPr>
        <p:txBody>
          <a:bodyPr>
            <a:normAutofit fontScale="90000"/>
          </a:bodyPr>
          <a:lstStyle/>
          <a:p>
            <a:pPr algn="ctr"/>
            <a:r>
              <a:rPr lang="en-IN" dirty="0"/>
              <a:t>BLOCK DIAGRAM OF PROPOSED METHODOLOGY</a:t>
            </a:r>
          </a:p>
        </p:txBody>
      </p:sp>
      <p:sp>
        <p:nvSpPr>
          <p:cNvPr id="15" name="Content Placeholder 2">
            <a:extLst>
              <a:ext uri="{FF2B5EF4-FFF2-40B4-BE49-F238E27FC236}">
                <a16:creationId xmlns:a16="http://schemas.microsoft.com/office/drawing/2014/main" id="{92B9ACDA-0A89-10F9-8B6A-BAE3F1E2384E}"/>
              </a:ext>
            </a:extLst>
          </p:cNvPr>
          <p:cNvSpPr>
            <a:spLocks noGrp="1"/>
          </p:cNvSpPr>
          <p:nvPr>
            <p:ph idx="1"/>
          </p:nvPr>
        </p:nvSpPr>
        <p:spPr>
          <a:xfrm>
            <a:off x="2591513" y="1474470"/>
            <a:ext cx="8790873" cy="5231130"/>
          </a:xfrm>
        </p:spPr>
        <p:txBody>
          <a:bodyPr>
            <a:normAutofit/>
          </a:bodyPr>
          <a:lstStyle/>
          <a:p>
            <a:pPr>
              <a:buNone/>
            </a:pPr>
            <a:endParaRPr lang="en-IN" dirty="0"/>
          </a:p>
          <a:p>
            <a:pPr marL="0" indent="0">
              <a:buNone/>
            </a:pPr>
            <a:endParaRPr lang="en-IN" dirty="0"/>
          </a:p>
          <a:p>
            <a:pPr marL="0" indent="0">
              <a:buNone/>
            </a:pPr>
            <a:endParaRPr lang="en-US" dirty="0"/>
          </a:p>
        </p:txBody>
      </p:sp>
      <p:sp>
        <p:nvSpPr>
          <p:cNvPr id="2" name="AutoShape 2" descr="Generated image">
            <a:extLst>
              <a:ext uri="{FF2B5EF4-FFF2-40B4-BE49-F238E27FC236}">
                <a16:creationId xmlns:a16="http://schemas.microsoft.com/office/drawing/2014/main" id="{6781370E-DAB7-93B3-D3C5-AB012067F623}"/>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12" name="Picture 11" descr="A diagram of a traffic controller&#10;&#10;AI-generated content may be incorrect.">
            <a:extLst>
              <a:ext uri="{FF2B5EF4-FFF2-40B4-BE49-F238E27FC236}">
                <a16:creationId xmlns:a16="http://schemas.microsoft.com/office/drawing/2014/main" id="{5E545D75-F4D5-B208-FE4D-FADA19A7DD8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322274" y="1359454"/>
            <a:ext cx="7406640" cy="4937760"/>
          </a:xfrm>
          <a:prstGeom prst="rect">
            <a:avLst/>
          </a:prstGeom>
          <a:ln>
            <a:noFill/>
          </a:ln>
          <a:effectLst>
            <a:softEdge rad="112500"/>
          </a:effectLst>
        </p:spPr>
      </p:pic>
    </p:spTree>
    <p:extLst>
      <p:ext uri="{BB962C8B-B14F-4D97-AF65-F5344CB8AC3E}">
        <p14:creationId xmlns:p14="http://schemas.microsoft.com/office/powerpoint/2010/main" val="3073871507"/>
      </p:ext>
    </p:extLst>
  </p:cSld>
  <p:clrMapOvr>
    <a:masterClrMapping/>
  </p:clrMapOvr>
  <p:transition spd="slow">
    <p:push dir="u"/>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6F7B41-9CC1-6195-B6E2-D1E1F0DD896B}"/>
            </a:ext>
          </a:extLst>
        </p:cNvPr>
        <p:cNvGrpSpPr/>
        <p:nvPr/>
      </p:nvGrpSpPr>
      <p:grpSpPr>
        <a:xfrm>
          <a:off x="0" y="0"/>
          <a:ext cx="0" cy="0"/>
          <a:chOff x="0" y="0"/>
          <a:chExt cx="0" cy="0"/>
        </a:xfrm>
      </p:grpSpPr>
      <p:sp>
        <p:nvSpPr>
          <p:cNvPr id="5" name="Rectangle">
            <a:extLst>
              <a:ext uri="{FF2B5EF4-FFF2-40B4-BE49-F238E27FC236}">
                <a16:creationId xmlns:a16="http://schemas.microsoft.com/office/drawing/2014/main" id="{72F8B289-1C22-F36B-B7BC-71F1C4F405FF}"/>
              </a:ext>
            </a:extLst>
          </p:cNvPr>
          <p:cNvSpPr/>
          <p:nvPr/>
        </p:nvSpPr>
        <p:spPr>
          <a:xfrm flipH="1">
            <a:off x="-24000" y="-2"/>
            <a:ext cx="2469463" cy="6858000"/>
          </a:xfrm>
          <a:prstGeom prst="rect">
            <a:avLst/>
          </a:prstGeom>
          <a:solidFill>
            <a:srgbClr val="F28E01"/>
          </a:solidFill>
          <a:ln w="12700">
            <a:miter lim="400000"/>
          </a:ln>
        </p:spPr>
        <p:txBody>
          <a:bodyPr lIns="50800" tIns="50800" rIns="50800" bIns="50800" anchor="ctr"/>
          <a:lstStyle/>
          <a:p>
            <a:pPr defTabSz="1130300">
              <a:defRPr sz="3200">
                <a:solidFill>
                  <a:srgbClr val="FFFFFF"/>
                </a:solidFill>
                <a:latin typeface="Graphik"/>
                <a:ea typeface="Graphik"/>
                <a:cs typeface="Graphik"/>
                <a:sym typeface="Graphik"/>
              </a:defRPr>
            </a:pPr>
            <a:endParaRPr sz="3200" baseline="-25000"/>
          </a:p>
        </p:txBody>
      </p:sp>
      <p:sp>
        <p:nvSpPr>
          <p:cNvPr id="8" name="Rectangle">
            <a:extLst>
              <a:ext uri="{FF2B5EF4-FFF2-40B4-BE49-F238E27FC236}">
                <a16:creationId xmlns:a16="http://schemas.microsoft.com/office/drawing/2014/main" id="{7B6708BF-70F8-5F49-9ABA-47915B794A4E}"/>
              </a:ext>
            </a:extLst>
          </p:cNvPr>
          <p:cNvSpPr/>
          <p:nvPr/>
        </p:nvSpPr>
        <p:spPr>
          <a:xfrm flipH="1">
            <a:off x="11496000" y="1"/>
            <a:ext cx="257907" cy="6858000"/>
          </a:xfrm>
          <a:prstGeom prst="rect">
            <a:avLst/>
          </a:prstGeom>
          <a:solidFill>
            <a:srgbClr val="F28E01"/>
          </a:solidFill>
          <a:ln w="12700">
            <a:miter lim="400000"/>
          </a:ln>
        </p:spPr>
        <p:txBody>
          <a:bodyPr lIns="50800" tIns="50800" rIns="50800" bIns="50800" anchor="ctr"/>
          <a:lstStyle/>
          <a:p>
            <a:pPr defTabSz="1130300">
              <a:defRPr sz="3300">
                <a:solidFill>
                  <a:srgbClr val="FFFFFF"/>
                </a:solidFill>
                <a:latin typeface="Graphik"/>
                <a:ea typeface="Graphik"/>
                <a:cs typeface="Graphik"/>
                <a:sym typeface="Graphik"/>
              </a:defRPr>
            </a:pPr>
            <a:endParaRPr sz="3300"/>
          </a:p>
        </p:txBody>
      </p:sp>
      <p:sp>
        <p:nvSpPr>
          <p:cNvPr id="14" name="Title 1">
            <a:extLst>
              <a:ext uri="{FF2B5EF4-FFF2-40B4-BE49-F238E27FC236}">
                <a16:creationId xmlns:a16="http://schemas.microsoft.com/office/drawing/2014/main" id="{64C8AC4C-3C76-8FC3-E521-85B228CD9F01}"/>
              </a:ext>
            </a:extLst>
          </p:cNvPr>
          <p:cNvSpPr>
            <a:spLocks noGrp="1"/>
          </p:cNvSpPr>
          <p:nvPr>
            <p:ph type="title"/>
          </p:nvPr>
        </p:nvSpPr>
        <p:spPr>
          <a:xfrm>
            <a:off x="2514600" y="152400"/>
            <a:ext cx="8915400" cy="1143000"/>
          </a:xfrm>
        </p:spPr>
        <p:txBody>
          <a:bodyPr>
            <a:normAutofit/>
          </a:bodyPr>
          <a:lstStyle/>
          <a:p>
            <a:r>
              <a:rPr lang="en-IN" dirty="0"/>
              <a:t>PROPOSED METHODOLOGY</a:t>
            </a:r>
          </a:p>
        </p:txBody>
      </p:sp>
      <p:pic>
        <p:nvPicPr>
          <p:cNvPr id="2" name="Content Placeholder 1">
            <a:extLst>
              <a:ext uri="{FF2B5EF4-FFF2-40B4-BE49-F238E27FC236}">
                <a16:creationId xmlns:a16="http://schemas.microsoft.com/office/drawing/2014/main" id="{42FCC720-BF80-D4EF-E260-80F65D64B8CC}"/>
              </a:ext>
            </a:extLst>
          </p:cNvPr>
          <p:cNvPicPr>
            <a:picLocks noGrp="1" noChangeAspect="1"/>
          </p:cNvPicPr>
          <p:nvPr>
            <p:ph idx="1"/>
          </p:nvPr>
        </p:nvPicPr>
        <p:blipFill>
          <a:blip r:embed="rId3"/>
          <a:stretch>
            <a:fillRect/>
          </a:stretch>
        </p:blipFill>
        <p:spPr>
          <a:xfrm>
            <a:off x="2902446" y="2120900"/>
            <a:ext cx="6393457" cy="4051300"/>
          </a:xfrm>
          <a:prstGeom prst="rect">
            <a:avLst/>
          </a:prstGeom>
          <a:ln>
            <a:noFill/>
          </a:ln>
          <a:effectLst>
            <a:softEdge rad="112500"/>
          </a:effectLst>
        </p:spPr>
      </p:pic>
    </p:spTree>
    <p:extLst>
      <p:ext uri="{BB962C8B-B14F-4D97-AF65-F5344CB8AC3E}">
        <p14:creationId xmlns:p14="http://schemas.microsoft.com/office/powerpoint/2010/main" val="1490266904"/>
      </p:ext>
    </p:extLst>
  </p:cSld>
  <p:clrMapOvr>
    <a:masterClrMapping/>
  </p:clrMapOvr>
  <p:transition spd="slow">
    <p:push dir="u"/>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0C0388-D32E-D4AA-CBE0-947F8FFBE96A}"/>
            </a:ext>
          </a:extLst>
        </p:cNvPr>
        <p:cNvGrpSpPr/>
        <p:nvPr/>
      </p:nvGrpSpPr>
      <p:grpSpPr>
        <a:xfrm>
          <a:off x="0" y="0"/>
          <a:ext cx="0" cy="0"/>
          <a:chOff x="0" y="0"/>
          <a:chExt cx="0" cy="0"/>
        </a:xfrm>
      </p:grpSpPr>
      <p:sp>
        <p:nvSpPr>
          <p:cNvPr id="5" name="Rectangle">
            <a:extLst>
              <a:ext uri="{FF2B5EF4-FFF2-40B4-BE49-F238E27FC236}">
                <a16:creationId xmlns:a16="http://schemas.microsoft.com/office/drawing/2014/main" id="{30B12229-EBE7-8FAA-1308-214D1016282C}"/>
              </a:ext>
            </a:extLst>
          </p:cNvPr>
          <p:cNvSpPr/>
          <p:nvPr/>
        </p:nvSpPr>
        <p:spPr>
          <a:xfrm flipH="1">
            <a:off x="-24000" y="-2"/>
            <a:ext cx="2469463" cy="6858000"/>
          </a:xfrm>
          <a:prstGeom prst="rect">
            <a:avLst/>
          </a:prstGeom>
          <a:solidFill>
            <a:srgbClr val="F28E01"/>
          </a:solidFill>
          <a:ln w="12700">
            <a:miter lim="400000"/>
          </a:ln>
        </p:spPr>
        <p:txBody>
          <a:bodyPr lIns="50800" tIns="50800" rIns="50800" bIns="50800" anchor="ctr"/>
          <a:lstStyle/>
          <a:p>
            <a:pPr defTabSz="1130300">
              <a:defRPr sz="3200">
                <a:solidFill>
                  <a:srgbClr val="FFFFFF"/>
                </a:solidFill>
                <a:latin typeface="Graphik"/>
                <a:ea typeface="Graphik"/>
                <a:cs typeface="Graphik"/>
                <a:sym typeface="Graphik"/>
              </a:defRPr>
            </a:pPr>
            <a:endParaRPr sz="3200" baseline="-25000"/>
          </a:p>
        </p:txBody>
      </p:sp>
      <p:sp>
        <p:nvSpPr>
          <p:cNvPr id="8" name="Rectangle">
            <a:extLst>
              <a:ext uri="{FF2B5EF4-FFF2-40B4-BE49-F238E27FC236}">
                <a16:creationId xmlns:a16="http://schemas.microsoft.com/office/drawing/2014/main" id="{BE33D0E4-9F01-0619-5633-71E4BD6902A2}"/>
              </a:ext>
            </a:extLst>
          </p:cNvPr>
          <p:cNvSpPr/>
          <p:nvPr/>
        </p:nvSpPr>
        <p:spPr>
          <a:xfrm flipH="1">
            <a:off x="11496000" y="1"/>
            <a:ext cx="257907" cy="6858000"/>
          </a:xfrm>
          <a:prstGeom prst="rect">
            <a:avLst/>
          </a:prstGeom>
          <a:solidFill>
            <a:srgbClr val="F28E01"/>
          </a:solidFill>
          <a:ln w="12700">
            <a:miter lim="400000"/>
          </a:ln>
        </p:spPr>
        <p:txBody>
          <a:bodyPr lIns="50800" tIns="50800" rIns="50800" bIns="50800" anchor="ctr"/>
          <a:lstStyle/>
          <a:p>
            <a:pPr defTabSz="1130300">
              <a:defRPr sz="3300">
                <a:solidFill>
                  <a:srgbClr val="FFFFFF"/>
                </a:solidFill>
                <a:latin typeface="Graphik"/>
                <a:ea typeface="Graphik"/>
                <a:cs typeface="Graphik"/>
                <a:sym typeface="Graphik"/>
              </a:defRPr>
            </a:pPr>
            <a:endParaRPr sz="3300"/>
          </a:p>
        </p:txBody>
      </p:sp>
      <p:sp>
        <p:nvSpPr>
          <p:cNvPr id="14" name="Title 1">
            <a:extLst>
              <a:ext uri="{FF2B5EF4-FFF2-40B4-BE49-F238E27FC236}">
                <a16:creationId xmlns:a16="http://schemas.microsoft.com/office/drawing/2014/main" id="{9666A56A-9AEF-2D2C-1CBD-BCD8AC58FE47}"/>
              </a:ext>
            </a:extLst>
          </p:cNvPr>
          <p:cNvSpPr>
            <a:spLocks noGrp="1"/>
          </p:cNvSpPr>
          <p:nvPr>
            <p:ph type="title"/>
          </p:nvPr>
        </p:nvSpPr>
        <p:spPr>
          <a:xfrm>
            <a:off x="2590800" y="152400"/>
            <a:ext cx="8763000" cy="1143000"/>
          </a:xfrm>
        </p:spPr>
        <p:txBody>
          <a:bodyPr>
            <a:normAutofit/>
          </a:bodyPr>
          <a:lstStyle/>
          <a:p>
            <a:r>
              <a:rPr lang="en-IN" dirty="0"/>
              <a:t>PROJECT OBJECTIVES</a:t>
            </a:r>
          </a:p>
        </p:txBody>
      </p:sp>
      <p:sp>
        <p:nvSpPr>
          <p:cNvPr id="15" name="Content Placeholder 2">
            <a:extLst>
              <a:ext uri="{FF2B5EF4-FFF2-40B4-BE49-F238E27FC236}">
                <a16:creationId xmlns:a16="http://schemas.microsoft.com/office/drawing/2014/main" id="{13330CAD-5057-CD27-2DC1-8BB27839A176}"/>
              </a:ext>
            </a:extLst>
          </p:cNvPr>
          <p:cNvSpPr>
            <a:spLocks noGrp="1"/>
          </p:cNvSpPr>
          <p:nvPr>
            <p:ph idx="1"/>
          </p:nvPr>
        </p:nvSpPr>
        <p:spPr>
          <a:xfrm>
            <a:off x="2500772" y="2257107"/>
            <a:ext cx="8724135" cy="4419600"/>
          </a:xfrm>
        </p:spPr>
        <p:txBody>
          <a:bodyPr>
            <a:normAutofit fontScale="92500" lnSpcReduction="10000"/>
          </a:bodyPr>
          <a:lstStyle/>
          <a:p>
            <a:pPr marL="0" indent="0">
              <a:buNone/>
            </a:pPr>
            <a:r>
              <a:rPr lang="en-IN" sz="2400" b="1" dirty="0"/>
              <a:t>Objective-1:</a:t>
            </a:r>
          </a:p>
          <a:p>
            <a:pPr>
              <a:buFont typeface="Wingdings" panose="05000000000000000000" pitchFamily="2" charset="2"/>
              <a:buChar char="Ø"/>
            </a:pPr>
            <a:r>
              <a:rPr lang="en-US" sz="2400" dirty="0"/>
              <a:t>Identify research gaps &amp; review existing traffic management solutions.</a:t>
            </a:r>
            <a:endParaRPr lang="en-IN" sz="2400" dirty="0"/>
          </a:p>
          <a:p>
            <a:pPr marL="0" indent="0" algn="just">
              <a:buNone/>
            </a:pPr>
            <a:r>
              <a:rPr lang="en-IN" sz="2400" b="1" dirty="0"/>
              <a:t>Objective-2:</a:t>
            </a:r>
          </a:p>
          <a:p>
            <a:pPr>
              <a:buFont typeface="Wingdings" panose="05000000000000000000" pitchFamily="2" charset="2"/>
              <a:buChar char="Ø"/>
            </a:pPr>
            <a:r>
              <a:rPr lang="en-US" sz="2400" dirty="0"/>
              <a:t>Develop software for density-based traffic light control</a:t>
            </a:r>
          </a:p>
          <a:p>
            <a:pPr marL="0" indent="0">
              <a:buNone/>
            </a:pPr>
            <a:r>
              <a:rPr lang="en-IN" sz="2400" b="1" dirty="0"/>
              <a:t>Objective-3:</a:t>
            </a:r>
          </a:p>
          <a:p>
            <a:pPr>
              <a:buFont typeface="Wingdings" panose="05000000000000000000" pitchFamily="2" charset="2"/>
              <a:buChar char="Ø"/>
            </a:pPr>
            <a:r>
              <a:rPr lang="en-US" sz="2400" dirty="0"/>
              <a:t>Design and prototype IoT hardware-based traffic signal system implemented using ESP32 with Wi-Fi web interface, enabling manual control of three directions.</a:t>
            </a:r>
          </a:p>
          <a:p>
            <a:pPr marL="0" indent="0">
              <a:buNone/>
            </a:pPr>
            <a:r>
              <a:rPr lang="en-IN" sz="2400" b="1" dirty="0"/>
              <a:t>Objective-4:</a:t>
            </a:r>
            <a:endParaRPr lang="en-US" sz="2400" b="1" dirty="0"/>
          </a:p>
          <a:p>
            <a:pPr>
              <a:buFont typeface="Wingdings" panose="05000000000000000000" pitchFamily="2" charset="2"/>
              <a:buChar char="Ø"/>
            </a:pPr>
            <a:r>
              <a:rPr lang="en-US" sz="2400" dirty="0"/>
              <a:t>Integrate hardware and software for seamless intelligent traffic signal operation.</a:t>
            </a:r>
          </a:p>
        </p:txBody>
      </p:sp>
      <p:pic>
        <p:nvPicPr>
          <p:cNvPr id="2050" name="Picture 2" descr="63,140 Project Goal Stock Photos - Free &amp; Royalty-Free Stock ...">
            <a:extLst>
              <a:ext uri="{FF2B5EF4-FFF2-40B4-BE49-F238E27FC236}">
                <a16:creationId xmlns:a16="http://schemas.microsoft.com/office/drawing/2014/main" id="{E57A8635-2318-EE34-A8A3-DD8369AFFB6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895200" y="337168"/>
            <a:ext cx="3381387" cy="1916463"/>
          </a:xfrm>
          <a:prstGeom prst="rect">
            <a:avLst/>
          </a:prstGeom>
          <a:ln>
            <a:noFill/>
          </a:ln>
          <a:effectLst>
            <a:softEdge rad="112500"/>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48136560"/>
      </p:ext>
    </p:extLst>
  </p:cSld>
  <p:clrMapOvr>
    <a:masterClrMapping/>
  </p:clrMapOvr>
  <p:transition spd="slow">
    <p:push dir="u"/>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944DF7-A024-EF15-16E8-02D706FF70F6}"/>
            </a:ext>
          </a:extLst>
        </p:cNvPr>
        <p:cNvGrpSpPr/>
        <p:nvPr/>
      </p:nvGrpSpPr>
      <p:grpSpPr>
        <a:xfrm>
          <a:off x="0" y="0"/>
          <a:ext cx="0" cy="0"/>
          <a:chOff x="0" y="0"/>
          <a:chExt cx="0" cy="0"/>
        </a:xfrm>
      </p:grpSpPr>
      <p:sp>
        <p:nvSpPr>
          <p:cNvPr id="5" name="Rectangle">
            <a:extLst>
              <a:ext uri="{FF2B5EF4-FFF2-40B4-BE49-F238E27FC236}">
                <a16:creationId xmlns:a16="http://schemas.microsoft.com/office/drawing/2014/main" id="{849BFA6A-668B-9E28-3255-CB04782A2C2B}"/>
              </a:ext>
            </a:extLst>
          </p:cNvPr>
          <p:cNvSpPr/>
          <p:nvPr/>
        </p:nvSpPr>
        <p:spPr>
          <a:xfrm flipH="1">
            <a:off x="-24000" y="-2"/>
            <a:ext cx="2469463" cy="6858000"/>
          </a:xfrm>
          <a:prstGeom prst="rect">
            <a:avLst/>
          </a:prstGeom>
          <a:solidFill>
            <a:srgbClr val="F28E01"/>
          </a:solidFill>
          <a:ln w="12700">
            <a:miter lim="400000"/>
          </a:ln>
        </p:spPr>
        <p:txBody>
          <a:bodyPr lIns="50800" tIns="50800" rIns="50800" bIns="50800" anchor="ctr"/>
          <a:lstStyle/>
          <a:p>
            <a:pPr defTabSz="1130300">
              <a:defRPr sz="3200">
                <a:solidFill>
                  <a:srgbClr val="FFFFFF"/>
                </a:solidFill>
                <a:latin typeface="Graphik"/>
                <a:ea typeface="Graphik"/>
                <a:cs typeface="Graphik"/>
                <a:sym typeface="Graphik"/>
              </a:defRPr>
            </a:pPr>
            <a:endParaRPr sz="3200" baseline="-25000"/>
          </a:p>
        </p:txBody>
      </p:sp>
      <p:sp>
        <p:nvSpPr>
          <p:cNvPr id="8" name="Rectangle">
            <a:extLst>
              <a:ext uri="{FF2B5EF4-FFF2-40B4-BE49-F238E27FC236}">
                <a16:creationId xmlns:a16="http://schemas.microsoft.com/office/drawing/2014/main" id="{9A106D49-5AD7-6765-C16B-2664C1FCD38A}"/>
              </a:ext>
            </a:extLst>
          </p:cNvPr>
          <p:cNvSpPr/>
          <p:nvPr/>
        </p:nvSpPr>
        <p:spPr>
          <a:xfrm flipH="1">
            <a:off x="11496000" y="1"/>
            <a:ext cx="257907" cy="6858000"/>
          </a:xfrm>
          <a:prstGeom prst="rect">
            <a:avLst/>
          </a:prstGeom>
          <a:solidFill>
            <a:srgbClr val="F28E01"/>
          </a:solidFill>
          <a:ln w="12700">
            <a:miter lim="400000"/>
          </a:ln>
        </p:spPr>
        <p:txBody>
          <a:bodyPr lIns="50800" tIns="50800" rIns="50800" bIns="50800" anchor="ctr"/>
          <a:lstStyle/>
          <a:p>
            <a:pPr defTabSz="1130300">
              <a:defRPr sz="3300">
                <a:solidFill>
                  <a:srgbClr val="FFFFFF"/>
                </a:solidFill>
                <a:latin typeface="Graphik"/>
                <a:ea typeface="Graphik"/>
                <a:cs typeface="Graphik"/>
                <a:sym typeface="Graphik"/>
              </a:defRPr>
            </a:pPr>
            <a:endParaRPr sz="3300"/>
          </a:p>
        </p:txBody>
      </p:sp>
      <p:sp>
        <p:nvSpPr>
          <p:cNvPr id="15" name="Content Placeholder 2">
            <a:extLst>
              <a:ext uri="{FF2B5EF4-FFF2-40B4-BE49-F238E27FC236}">
                <a16:creationId xmlns:a16="http://schemas.microsoft.com/office/drawing/2014/main" id="{55C9DFA7-F132-D0E0-04EA-40D52779D7FC}"/>
              </a:ext>
            </a:extLst>
          </p:cNvPr>
          <p:cNvSpPr>
            <a:spLocks noGrp="1"/>
          </p:cNvSpPr>
          <p:nvPr>
            <p:ph idx="1"/>
          </p:nvPr>
        </p:nvSpPr>
        <p:spPr>
          <a:xfrm>
            <a:off x="2743199" y="381000"/>
            <a:ext cx="8443337" cy="6172199"/>
          </a:xfrm>
        </p:spPr>
        <p:txBody>
          <a:bodyPr>
            <a:normAutofit/>
          </a:bodyPr>
          <a:lstStyle/>
          <a:p>
            <a:pPr>
              <a:buNone/>
            </a:pPr>
            <a:endParaRPr lang="en-IN" dirty="0"/>
          </a:p>
          <a:p>
            <a:pPr marL="0" indent="0">
              <a:buNone/>
            </a:pPr>
            <a:endParaRPr lang="en-IN" dirty="0"/>
          </a:p>
          <a:p>
            <a:pPr marL="0" indent="0" algn="ctr">
              <a:buNone/>
            </a:pPr>
            <a:endParaRPr lang="en-US" dirty="0"/>
          </a:p>
          <a:p>
            <a:pPr marL="0" indent="0" algn="ctr">
              <a:buNone/>
            </a:pPr>
            <a:endParaRPr lang="en-US" dirty="0"/>
          </a:p>
          <a:p>
            <a:pPr marL="0" indent="0" algn="ctr">
              <a:buNone/>
            </a:pPr>
            <a:endParaRPr lang="en-US" dirty="0"/>
          </a:p>
          <a:p>
            <a:pPr marL="0" indent="0" algn="ctr">
              <a:buNone/>
            </a:pPr>
            <a:r>
              <a:rPr lang="en-US" sz="5400" b="1" dirty="0"/>
              <a:t>5. </a:t>
            </a:r>
            <a:r>
              <a:rPr lang="en-IN" sz="5400" b="1" dirty="0"/>
              <a:t>REQUIREMENT SPECIFICATION</a:t>
            </a:r>
          </a:p>
        </p:txBody>
      </p:sp>
    </p:spTree>
    <p:extLst>
      <p:ext uri="{BB962C8B-B14F-4D97-AF65-F5344CB8AC3E}">
        <p14:creationId xmlns:p14="http://schemas.microsoft.com/office/powerpoint/2010/main" val="206252065"/>
      </p:ext>
    </p:extLst>
  </p:cSld>
  <p:clrMapOvr>
    <a:masterClrMapping/>
  </p:clrMapOvr>
  <p:transition spd="med">
    <p:pull/>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F53986-1103-D57B-4ACF-49A528546444}"/>
            </a:ext>
          </a:extLst>
        </p:cNvPr>
        <p:cNvGrpSpPr/>
        <p:nvPr/>
      </p:nvGrpSpPr>
      <p:grpSpPr>
        <a:xfrm>
          <a:off x="0" y="0"/>
          <a:ext cx="0" cy="0"/>
          <a:chOff x="0" y="0"/>
          <a:chExt cx="0" cy="0"/>
        </a:xfrm>
      </p:grpSpPr>
      <p:sp>
        <p:nvSpPr>
          <p:cNvPr id="5" name="Rectangle">
            <a:extLst>
              <a:ext uri="{FF2B5EF4-FFF2-40B4-BE49-F238E27FC236}">
                <a16:creationId xmlns:a16="http://schemas.microsoft.com/office/drawing/2014/main" id="{89AF1CD6-F0E7-2F0A-7A3C-820C3BDB9174}"/>
              </a:ext>
            </a:extLst>
          </p:cNvPr>
          <p:cNvSpPr/>
          <p:nvPr/>
        </p:nvSpPr>
        <p:spPr>
          <a:xfrm flipH="1">
            <a:off x="-24000" y="-2"/>
            <a:ext cx="2469463" cy="6858000"/>
          </a:xfrm>
          <a:prstGeom prst="rect">
            <a:avLst/>
          </a:prstGeom>
          <a:solidFill>
            <a:srgbClr val="F28E01"/>
          </a:solidFill>
          <a:ln w="12700">
            <a:miter lim="400000"/>
          </a:ln>
        </p:spPr>
        <p:txBody>
          <a:bodyPr lIns="50800" tIns="50800" rIns="50800" bIns="50800" anchor="ctr"/>
          <a:lstStyle/>
          <a:p>
            <a:pPr defTabSz="1130300">
              <a:defRPr sz="3200">
                <a:solidFill>
                  <a:srgbClr val="FFFFFF"/>
                </a:solidFill>
                <a:latin typeface="Graphik"/>
                <a:ea typeface="Graphik"/>
                <a:cs typeface="Graphik"/>
                <a:sym typeface="Graphik"/>
              </a:defRPr>
            </a:pPr>
            <a:endParaRPr sz="3200" baseline="-25000"/>
          </a:p>
        </p:txBody>
      </p:sp>
      <p:sp>
        <p:nvSpPr>
          <p:cNvPr id="8" name="Rectangle">
            <a:extLst>
              <a:ext uri="{FF2B5EF4-FFF2-40B4-BE49-F238E27FC236}">
                <a16:creationId xmlns:a16="http://schemas.microsoft.com/office/drawing/2014/main" id="{6A54A9FF-D03B-5452-D30B-F9CBE4BAE5E6}"/>
              </a:ext>
            </a:extLst>
          </p:cNvPr>
          <p:cNvSpPr/>
          <p:nvPr/>
        </p:nvSpPr>
        <p:spPr>
          <a:xfrm flipH="1">
            <a:off x="11496000" y="1"/>
            <a:ext cx="257907" cy="6858000"/>
          </a:xfrm>
          <a:prstGeom prst="rect">
            <a:avLst/>
          </a:prstGeom>
          <a:solidFill>
            <a:srgbClr val="F28E01"/>
          </a:solidFill>
          <a:ln w="12700">
            <a:miter lim="400000"/>
          </a:ln>
        </p:spPr>
        <p:txBody>
          <a:bodyPr lIns="50800" tIns="50800" rIns="50800" bIns="50800" anchor="ctr"/>
          <a:lstStyle/>
          <a:p>
            <a:pPr defTabSz="1130300">
              <a:defRPr sz="3300">
                <a:solidFill>
                  <a:srgbClr val="FFFFFF"/>
                </a:solidFill>
                <a:latin typeface="Graphik"/>
                <a:ea typeface="Graphik"/>
                <a:cs typeface="Graphik"/>
                <a:sym typeface="Graphik"/>
              </a:defRPr>
            </a:pPr>
            <a:endParaRPr sz="3300"/>
          </a:p>
        </p:txBody>
      </p:sp>
      <p:sp>
        <p:nvSpPr>
          <p:cNvPr id="14" name="Title 1">
            <a:extLst>
              <a:ext uri="{FF2B5EF4-FFF2-40B4-BE49-F238E27FC236}">
                <a16:creationId xmlns:a16="http://schemas.microsoft.com/office/drawing/2014/main" id="{D7EBB9CE-6718-BB01-B02A-8EA6F788CD25}"/>
              </a:ext>
            </a:extLst>
          </p:cNvPr>
          <p:cNvSpPr>
            <a:spLocks noGrp="1"/>
          </p:cNvSpPr>
          <p:nvPr>
            <p:ph type="title"/>
          </p:nvPr>
        </p:nvSpPr>
        <p:spPr>
          <a:xfrm>
            <a:off x="2514600" y="95278"/>
            <a:ext cx="8915400" cy="1143000"/>
          </a:xfrm>
        </p:spPr>
        <p:txBody>
          <a:bodyPr>
            <a:normAutofit/>
          </a:bodyPr>
          <a:lstStyle/>
          <a:p>
            <a:r>
              <a:rPr lang="en-IN" dirty="0"/>
              <a:t>Requirement Specification</a:t>
            </a:r>
          </a:p>
        </p:txBody>
      </p:sp>
      <p:sp>
        <p:nvSpPr>
          <p:cNvPr id="15" name="Content Placeholder 2">
            <a:extLst>
              <a:ext uri="{FF2B5EF4-FFF2-40B4-BE49-F238E27FC236}">
                <a16:creationId xmlns:a16="http://schemas.microsoft.com/office/drawing/2014/main" id="{95A47FEB-79DC-2AF8-DE2F-38EF0BECABC5}"/>
              </a:ext>
            </a:extLst>
          </p:cNvPr>
          <p:cNvSpPr>
            <a:spLocks noGrp="1"/>
          </p:cNvSpPr>
          <p:nvPr>
            <p:ph idx="1"/>
          </p:nvPr>
        </p:nvSpPr>
        <p:spPr>
          <a:xfrm>
            <a:off x="2616695" y="1143000"/>
            <a:ext cx="8765691" cy="5562600"/>
          </a:xfrm>
        </p:spPr>
        <p:txBody>
          <a:bodyPr>
            <a:normAutofit/>
          </a:bodyPr>
          <a:lstStyle/>
          <a:p>
            <a:pPr marL="0" indent="0">
              <a:buNone/>
            </a:pPr>
            <a:r>
              <a:rPr lang="en-IN" dirty="0"/>
              <a:t>Functional Requirements:</a:t>
            </a:r>
          </a:p>
          <a:p>
            <a:pPr marL="0" indent="0">
              <a:buNone/>
            </a:pPr>
            <a:endParaRPr lang="en-IN" dirty="0"/>
          </a:p>
          <a:p>
            <a:pPr marL="0" indent="0">
              <a:buNone/>
            </a:pPr>
            <a:endParaRPr lang="en-IN" dirty="0"/>
          </a:p>
          <a:p>
            <a:pPr marL="0" indent="0">
              <a:buNone/>
            </a:pPr>
            <a:endParaRPr lang="en-US" dirty="0"/>
          </a:p>
        </p:txBody>
      </p:sp>
      <p:graphicFrame>
        <p:nvGraphicFramePr>
          <p:cNvPr id="2" name="Table 1">
            <a:extLst>
              <a:ext uri="{FF2B5EF4-FFF2-40B4-BE49-F238E27FC236}">
                <a16:creationId xmlns:a16="http://schemas.microsoft.com/office/drawing/2014/main" id="{852D8206-99DB-1890-5239-A0FBFFA73966}"/>
              </a:ext>
            </a:extLst>
          </p:cNvPr>
          <p:cNvGraphicFramePr>
            <a:graphicFrameLocks noGrp="1"/>
          </p:cNvGraphicFramePr>
          <p:nvPr>
            <p:extLst>
              <p:ext uri="{D42A27DB-BD31-4B8C-83A1-F6EECF244321}">
                <p14:modId xmlns:p14="http://schemas.microsoft.com/office/powerpoint/2010/main" val="2347126705"/>
              </p:ext>
            </p:extLst>
          </p:nvPr>
        </p:nvGraphicFramePr>
        <p:xfrm>
          <a:off x="2693864" y="2057400"/>
          <a:ext cx="8556872" cy="4697034"/>
        </p:xfrm>
        <a:graphic>
          <a:graphicData uri="http://schemas.openxmlformats.org/drawingml/2006/table">
            <a:tbl>
              <a:tblPr firstRow="1" bandRow="1">
                <a:tableStyleId>{5C22544A-7EE6-4342-B048-85BDC9FD1C3A}</a:tableStyleId>
              </a:tblPr>
              <a:tblGrid>
                <a:gridCol w="826231">
                  <a:extLst>
                    <a:ext uri="{9D8B030D-6E8A-4147-A177-3AD203B41FA5}">
                      <a16:colId xmlns:a16="http://schemas.microsoft.com/office/drawing/2014/main" val="3135023586"/>
                    </a:ext>
                  </a:extLst>
                </a:gridCol>
                <a:gridCol w="3932195">
                  <a:extLst>
                    <a:ext uri="{9D8B030D-6E8A-4147-A177-3AD203B41FA5}">
                      <a16:colId xmlns:a16="http://schemas.microsoft.com/office/drawing/2014/main" val="353716396"/>
                    </a:ext>
                  </a:extLst>
                </a:gridCol>
                <a:gridCol w="3798446">
                  <a:extLst>
                    <a:ext uri="{9D8B030D-6E8A-4147-A177-3AD203B41FA5}">
                      <a16:colId xmlns:a16="http://schemas.microsoft.com/office/drawing/2014/main" val="1373501961"/>
                    </a:ext>
                  </a:extLst>
                </a:gridCol>
              </a:tblGrid>
              <a:tr h="457160">
                <a:tc>
                  <a:txBody>
                    <a:bodyPr/>
                    <a:lstStyle/>
                    <a:p>
                      <a:pPr algn="ctr"/>
                      <a:r>
                        <a:rPr lang="en-IN" dirty="0"/>
                        <a:t>Sl. No</a:t>
                      </a:r>
                    </a:p>
                  </a:txBody>
                  <a:tcPr/>
                </a:tc>
                <a:tc>
                  <a:txBody>
                    <a:bodyPr/>
                    <a:lstStyle/>
                    <a:p>
                      <a:pPr algn="ctr"/>
                      <a:r>
                        <a:rPr lang="en-IN" dirty="0"/>
                        <a:t>Functional Requirement specification</a:t>
                      </a:r>
                    </a:p>
                  </a:txBody>
                  <a:tcPr/>
                </a:tc>
                <a:tc>
                  <a:txBody>
                    <a:bodyPr/>
                    <a:lstStyle/>
                    <a:p>
                      <a:pPr algn="ctr"/>
                      <a:r>
                        <a:rPr lang="en-IN" dirty="0"/>
                        <a:t>Purpose</a:t>
                      </a:r>
                    </a:p>
                  </a:txBody>
                  <a:tcPr/>
                </a:tc>
                <a:extLst>
                  <a:ext uri="{0D108BD9-81ED-4DB2-BD59-A6C34878D82A}">
                    <a16:rowId xmlns:a16="http://schemas.microsoft.com/office/drawing/2014/main" val="360359774"/>
                  </a:ext>
                </a:extLst>
              </a:tr>
              <a:tr h="844318">
                <a:tc>
                  <a:txBody>
                    <a:bodyPr/>
                    <a:lstStyle/>
                    <a:p>
                      <a:pPr>
                        <a:buNone/>
                      </a:pPr>
                      <a:r>
                        <a:rPr lang="en-US" dirty="0"/>
                        <a:t>1</a:t>
                      </a:r>
                    </a:p>
                  </a:txBody>
                  <a:tcPr anchor="ctr"/>
                </a:tc>
                <a:tc>
                  <a:txBody>
                    <a:bodyPr/>
                    <a:lstStyle/>
                    <a:p>
                      <a:pPr>
                        <a:buNone/>
                      </a:pPr>
                      <a:r>
                        <a:rPr lang="en-US" dirty="0"/>
                        <a:t>Automatic control of Red/Yellow/Green signals</a:t>
                      </a:r>
                    </a:p>
                  </a:txBody>
                  <a:tcPr anchor="ctr"/>
                </a:tc>
                <a:tc>
                  <a:txBody>
                    <a:bodyPr/>
                    <a:lstStyle/>
                    <a:p>
                      <a:pPr>
                        <a:buNone/>
                      </a:pPr>
                      <a:r>
                        <a:rPr lang="en-US" dirty="0"/>
                        <a:t>Ensure smooth, uninterrupted traffic flow</a:t>
                      </a:r>
                    </a:p>
                  </a:txBody>
                  <a:tcPr anchor="ctr"/>
                </a:tc>
                <a:extLst>
                  <a:ext uri="{0D108BD9-81ED-4DB2-BD59-A6C34878D82A}">
                    <a16:rowId xmlns:a16="http://schemas.microsoft.com/office/drawing/2014/main" val="3184626893"/>
                  </a:ext>
                </a:extLst>
              </a:tr>
              <a:tr h="844318">
                <a:tc>
                  <a:txBody>
                    <a:bodyPr/>
                    <a:lstStyle/>
                    <a:p>
                      <a:pPr>
                        <a:buNone/>
                      </a:pPr>
                      <a:r>
                        <a:rPr lang="en-US"/>
                        <a:t>2</a:t>
                      </a:r>
                    </a:p>
                  </a:txBody>
                  <a:tcPr anchor="ctr"/>
                </a:tc>
                <a:tc>
                  <a:txBody>
                    <a:bodyPr/>
                    <a:lstStyle/>
                    <a:p>
                      <a:pPr>
                        <a:buNone/>
                      </a:pPr>
                      <a:r>
                        <a:rPr lang="en-US"/>
                        <a:t>Manual timer control via Web Dashboard</a:t>
                      </a:r>
                    </a:p>
                  </a:txBody>
                  <a:tcPr anchor="ctr"/>
                </a:tc>
                <a:tc>
                  <a:txBody>
                    <a:bodyPr/>
                    <a:lstStyle/>
                    <a:p>
                      <a:pPr>
                        <a:buNone/>
                      </a:pPr>
                      <a:r>
                        <a:rPr lang="en-US"/>
                        <a:t>Allow operator to override timing when required</a:t>
                      </a:r>
                    </a:p>
                  </a:txBody>
                  <a:tcPr anchor="ctr"/>
                </a:tc>
                <a:extLst>
                  <a:ext uri="{0D108BD9-81ED-4DB2-BD59-A6C34878D82A}">
                    <a16:rowId xmlns:a16="http://schemas.microsoft.com/office/drawing/2014/main" val="402973236"/>
                  </a:ext>
                </a:extLst>
              </a:tr>
              <a:tr h="844318">
                <a:tc>
                  <a:txBody>
                    <a:bodyPr/>
                    <a:lstStyle/>
                    <a:p>
                      <a:pPr>
                        <a:buNone/>
                      </a:pPr>
                      <a:r>
                        <a:rPr lang="en-US"/>
                        <a:t>3</a:t>
                      </a:r>
                    </a:p>
                  </a:txBody>
                  <a:tcPr anchor="ctr"/>
                </a:tc>
                <a:tc>
                  <a:txBody>
                    <a:bodyPr/>
                    <a:lstStyle/>
                    <a:p>
                      <a:pPr>
                        <a:buNone/>
                      </a:pPr>
                      <a:r>
                        <a:rPr lang="en-US"/>
                        <a:t>RFID-based emergency priority activation</a:t>
                      </a:r>
                    </a:p>
                  </a:txBody>
                  <a:tcPr anchor="ctr"/>
                </a:tc>
                <a:tc>
                  <a:txBody>
                    <a:bodyPr/>
                    <a:lstStyle/>
                    <a:p>
                      <a:pPr>
                        <a:buNone/>
                      </a:pPr>
                      <a:r>
                        <a:rPr lang="en-US"/>
                        <a:t>Provide instant green signal for emergency vehicles</a:t>
                      </a:r>
                    </a:p>
                  </a:txBody>
                  <a:tcPr anchor="ctr"/>
                </a:tc>
                <a:extLst>
                  <a:ext uri="{0D108BD9-81ED-4DB2-BD59-A6C34878D82A}">
                    <a16:rowId xmlns:a16="http://schemas.microsoft.com/office/drawing/2014/main" val="1122470570"/>
                  </a:ext>
                </a:extLst>
              </a:tr>
              <a:tr h="762000">
                <a:tc>
                  <a:txBody>
                    <a:bodyPr/>
                    <a:lstStyle/>
                    <a:p>
                      <a:pPr>
                        <a:buNone/>
                      </a:pPr>
                      <a:r>
                        <a:rPr lang="en-US"/>
                        <a:t>4</a:t>
                      </a:r>
                    </a:p>
                  </a:txBody>
                  <a:tcPr anchor="ctr"/>
                </a:tc>
                <a:tc>
                  <a:txBody>
                    <a:bodyPr/>
                    <a:lstStyle/>
                    <a:p>
                      <a:pPr>
                        <a:buNone/>
                      </a:pPr>
                      <a:r>
                        <a:rPr lang="en-US"/>
                        <a:t>OLED display showing countdown &amp; direction</a:t>
                      </a:r>
                    </a:p>
                  </a:txBody>
                  <a:tcPr anchor="ctr"/>
                </a:tc>
                <a:tc>
                  <a:txBody>
                    <a:bodyPr/>
                    <a:lstStyle/>
                    <a:p>
                      <a:pPr>
                        <a:buNone/>
                      </a:pPr>
                      <a:r>
                        <a:rPr lang="en-US"/>
                        <a:t>Give clear real-time visibility at the junction</a:t>
                      </a:r>
                    </a:p>
                  </a:txBody>
                  <a:tcPr anchor="ctr"/>
                </a:tc>
                <a:extLst>
                  <a:ext uri="{0D108BD9-81ED-4DB2-BD59-A6C34878D82A}">
                    <a16:rowId xmlns:a16="http://schemas.microsoft.com/office/drawing/2014/main" val="318195807"/>
                  </a:ext>
                </a:extLst>
              </a:tr>
              <a:tr h="762000">
                <a:tc>
                  <a:txBody>
                    <a:bodyPr/>
                    <a:lstStyle/>
                    <a:p>
                      <a:pPr>
                        <a:buNone/>
                      </a:pPr>
                      <a:r>
                        <a:rPr lang="en-US"/>
                        <a:t>5</a:t>
                      </a:r>
                    </a:p>
                  </a:txBody>
                  <a:tcPr anchor="ctr"/>
                </a:tc>
                <a:tc>
                  <a:txBody>
                    <a:bodyPr/>
                    <a:lstStyle/>
                    <a:p>
                      <a:pPr>
                        <a:buNone/>
                      </a:pPr>
                      <a:r>
                        <a:rPr lang="en-US"/>
                        <a:t>Real-time status update to dashboard</a:t>
                      </a:r>
                    </a:p>
                  </a:txBody>
                  <a:tcPr anchor="ctr"/>
                </a:tc>
                <a:tc>
                  <a:txBody>
                    <a:bodyPr/>
                    <a:lstStyle/>
                    <a:p>
                      <a:pPr>
                        <a:buNone/>
                      </a:pPr>
                      <a:r>
                        <a:rPr lang="en-US" dirty="0"/>
                        <a:t>Support accurate monitoring and quick decision-making</a:t>
                      </a:r>
                    </a:p>
                  </a:txBody>
                  <a:tcPr anchor="ctr"/>
                </a:tc>
                <a:extLst>
                  <a:ext uri="{0D108BD9-81ED-4DB2-BD59-A6C34878D82A}">
                    <a16:rowId xmlns:a16="http://schemas.microsoft.com/office/drawing/2014/main" val="2801885244"/>
                  </a:ext>
                </a:extLst>
              </a:tr>
            </a:tbl>
          </a:graphicData>
        </a:graphic>
      </p:graphicFrame>
    </p:spTree>
    <p:extLst>
      <p:ext uri="{BB962C8B-B14F-4D97-AF65-F5344CB8AC3E}">
        <p14:creationId xmlns:p14="http://schemas.microsoft.com/office/powerpoint/2010/main" val="2562349613"/>
      </p:ext>
    </p:extLst>
  </p:cSld>
  <p:clrMapOvr>
    <a:masterClrMapping/>
  </p:clrMapOvr>
  <p:transition spd="slow">
    <p:push dir="u"/>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5F8490-CF54-4124-B200-34FA7AD13E8F}"/>
            </a:ext>
          </a:extLst>
        </p:cNvPr>
        <p:cNvGrpSpPr/>
        <p:nvPr/>
      </p:nvGrpSpPr>
      <p:grpSpPr>
        <a:xfrm>
          <a:off x="0" y="0"/>
          <a:ext cx="0" cy="0"/>
          <a:chOff x="0" y="0"/>
          <a:chExt cx="0" cy="0"/>
        </a:xfrm>
      </p:grpSpPr>
      <p:sp>
        <p:nvSpPr>
          <p:cNvPr id="5" name="Rectangle">
            <a:extLst>
              <a:ext uri="{FF2B5EF4-FFF2-40B4-BE49-F238E27FC236}">
                <a16:creationId xmlns:a16="http://schemas.microsoft.com/office/drawing/2014/main" id="{68E0F64A-FC7C-05BA-F9E3-99319DC448A2}"/>
              </a:ext>
            </a:extLst>
          </p:cNvPr>
          <p:cNvSpPr/>
          <p:nvPr/>
        </p:nvSpPr>
        <p:spPr>
          <a:xfrm flipH="1">
            <a:off x="-24000" y="-2"/>
            <a:ext cx="2469463" cy="6858000"/>
          </a:xfrm>
          <a:prstGeom prst="rect">
            <a:avLst/>
          </a:prstGeom>
          <a:solidFill>
            <a:srgbClr val="F28E01"/>
          </a:solidFill>
          <a:ln w="12700">
            <a:miter lim="400000"/>
          </a:ln>
        </p:spPr>
        <p:txBody>
          <a:bodyPr lIns="50800" tIns="50800" rIns="50800" bIns="50800" anchor="ctr"/>
          <a:lstStyle/>
          <a:p>
            <a:pPr defTabSz="1130300">
              <a:defRPr sz="3200">
                <a:solidFill>
                  <a:srgbClr val="FFFFFF"/>
                </a:solidFill>
                <a:latin typeface="Graphik"/>
                <a:ea typeface="Graphik"/>
                <a:cs typeface="Graphik"/>
                <a:sym typeface="Graphik"/>
              </a:defRPr>
            </a:pPr>
            <a:endParaRPr sz="3200" baseline="-25000"/>
          </a:p>
        </p:txBody>
      </p:sp>
      <p:sp>
        <p:nvSpPr>
          <p:cNvPr id="8" name="Rectangle">
            <a:extLst>
              <a:ext uri="{FF2B5EF4-FFF2-40B4-BE49-F238E27FC236}">
                <a16:creationId xmlns:a16="http://schemas.microsoft.com/office/drawing/2014/main" id="{55C9DC8C-9C40-7629-ABD6-A78F549283AC}"/>
              </a:ext>
            </a:extLst>
          </p:cNvPr>
          <p:cNvSpPr/>
          <p:nvPr/>
        </p:nvSpPr>
        <p:spPr>
          <a:xfrm flipH="1">
            <a:off x="11496000" y="1"/>
            <a:ext cx="257907" cy="6858000"/>
          </a:xfrm>
          <a:prstGeom prst="rect">
            <a:avLst/>
          </a:prstGeom>
          <a:solidFill>
            <a:srgbClr val="F28E01"/>
          </a:solidFill>
          <a:ln w="12700">
            <a:miter lim="400000"/>
          </a:ln>
        </p:spPr>
        <p:txBody>
          <a:bodyPr lIns="50800" tIns="50800" rIns="50800" bIns="50800" anchor="ctr"/>
          <a:lstStyle/>
          <a:p>
            <a:pPr defTabSz="1130300">
              <a:defRPr sz="3300">
                <a:solidFill>
                  <a:srgbClr val="FFFFFF"/>
                </a:solidFill>
                <a:latin typeface="Graphik"/>
                <a:ea typeface="Graphik"/>
                <a:cs typeface="Graphik"/>
                <a:sym typeface="Graphik"/>
              </a:defRPr>
            </a:pPr>
            <a:endParaRPr sz="3300"/>
          </a:p>
        </p:txBody>
      </p:sp>
      <p:sp>
        <p:nvSpPr>
          <p:cNvPr id="14" name="Title 1">
            <a:extLst>
              <a:ext uri="{FF2B5EF4-FFF2-40B4-BE49-F238E27FC236}">
                <a16:creationId xmlns:a16="http://schemas.microsoft.com/office/drawing/2014/main" id="{1558AE2B-6B9C-AF8D-7275-47C9CC697639}"/>
              </a:ext>
            </a:extLst>
          </p:cNvPr>
          <p:cNvSpPr>
            <a:spLocks noGrp="1"/>
          </p:cNvSpPr>
          <p:nvPr>
            <p:ph type="title"/>
          </p:nvPr>
        </p:nvSpPr>
        <p:spPr>
          <a:xfrm>
            <a:off x="2514600" y="152400"/>
            <a:ext cx="8915400" cy="1143000"/>
          </a:xfrm>
        </p:spPr>
        <p:txBody>
          <a:bodyPr>
            <a:normAutofit/>
          </a:bodyPr>
          <a:lstStyle/>
          <a:p>
            <a:r>
              <a:rPr lang="en-IN" dirty="0"/>
              <a:t>Requirement Specification</a:t>
            </a:r>
          </a:p>
        </p:txBody>
      </p:sp>
      <p:sp>
        <p:nvSpPr>
          <p:cNvPr id="15" name="Content Placeholder 2">
            <a:extLst>
              <a:ext uri="{FF2B5EF4-FFF2-40B4-BE49-F238E27FC236}">
                <a16:creationId xmlns:a16="http://schemas.microsoft.com/office/drawing/2014/main" id="{4BB4F6B1-D4A9-4DF8-8AAE-0CD2E6634B36}"/>
              </a:ext>
            </a:extLst>
          </p:cNvPr>
          <p:cNvSpPr>
            <a:spLocks noGrp="1"/>
          </p:cNvSpPr>
          <p:nvPr>
            <p:ph idx="1"/>
          </p:nvPr>
        </p:nvSpPr>
        <p:spPr>
          <a:xfrm>
            <a:off x="2591513" y="1295400"/>
            <a:ext cx="8790873" cy="5410200"/>
          </a:xfrm>
        </p:spPr>
        <p:txBody>
          <a:bodyPr>
            <a:normAutofit/>
          </a:bodyPr>
          <a:lstStyle/>
          <a:p>
            <a:pPr marL="0" indent="0">
              <a:buNone/>
            </a:pPr>
            <a:r>
              <a:rPr lang="en-IN" dirty="0"/>
              <a:t>Non-Functional Requirements:</a:t>
            </a:r>
          </a:p>
          <a:p>
            <a:pPr marL="0" indent="0">
              <a:buNone/>
            </a:pPr>
            <a:endParaRPr lang="en-IN" dirty="0"/>
          </a:p>
          <a:p>
            <a:pPr marL="0" indent="0">
              <a:buNone/>
            </a:pPr>
            <a:endParaRPr lang="en-IN" dirty="0"/>
          </a:p>
          <a:p>
            <a:pPr marL="0" indent="0">
              <a:buNone/>
            </a:pPr>
            <a:endParaRPr lang="en-US" dirty="0"/>
          </a:p>
        </p:txBody>
      </p:sp>
      <p:graphicFrame>
        <p:nvGraphicFramePr>
          <p:cNvPr id="2" name="Table 1">
            <a:extLst>
              <a:ext uri="{FF2B5EF4-FFF2-40B4-BE49-F238E27FC236}">
                <a16:creationId xmlns:a16="http://schemas.microsoft.com/office/drawing/2014/main" id="{2FF4ABDF-E66D-10D2-CD4F-05A8E7041E30}"/>
              </a:ext>
            </a:extLst>
          </p:cNvPr>
          <p:cNvGraphicFramePr>
            <a:graphicFrameLocks noGrp="1"/>
          </p:cNvGraphicFramePr>
          <p:nvPr>
            <p:extLst>
              <p:ext uri="{D42A27DB-BD31-4B8C-83A1-F6EECF244321}">
                <p14:modId xmlns:p14="http://schemas.microsoft.com/office/powerpoint/2010/main" val="2379320712"/>
              </p:ext>
            </p:extLst>
          </p:nvPr>
        </p:nvGraphicFramePr>
        <p:xfrm>
          <a:off x="2743200" y="2223808"/>
          <a:ext cx="8305799" cy="4076724"/>
        </p:xfrm>
        <a:graphic>
          <a:graphicData uri="http://schemas.openxmlformats.org/drawingml/2006/table">
            <a:tbl>
              <a:tblPr firstRow="1" bandRow="1">
                <a:tableStyleId>{5C22544A-7EE6-4342-B048-85BDC9FD1C3A}</a:tableStyleId>
              </a:tblPr>
              <a:tblGrid>
                <a:gridCol w="804624">
                  <a:extLst>
                    <a:ext uri="{9D8B030D-6E8A-4147-A177-3AD203B41FA5}">
                      <a16:colId xmlns:a16="http://schemas.microsoft.com/office/drawing/2014/main" val="3135023586"/>
                    </a:ext>
                  </a:extLst>
                </a:gridCol>
                <a:gridCol w="3815477">
                  <a:extLst>
                    <a:ext uri="{9D8B030D-6E8A-4147-A177-3AD203B41FA5}">
                      <a16:colId xmlns:a16="http://schemas.microsoft.com/office/drawing/2014/main" val="353716396"/>
                    </a:ext>
                  </a:extLst>
                </a:gridCol>
                <a:gridCol w="3685698">
                  <a:extLst>
                    <a:ext uri="{9D8B030D-6E8A-4147-A177-3AD203B41FA5}">
                      <a16:colId xmlns:a16="http://schemas.microsoft.com/office/drawing/2014/main" val="1373501961"/>
                    </a:ext>
                  </a:extLst>
                </a:gridCol>
              </a:tblGrid>
              <a:tr h="435547">
                <a:tc>
                  <a:txBody>
                    <a:bodyPr/>
                    <a:lstStyle/>
                    <a:p>
                      <a:pPr>
                        <a:buNone/>
                      </a:pPr>
                      <a:r>
                        <a:rPr lang="en-US" b="1" dirty="0"/>
                        <a:t>Sl. No</a:t>
                      </a:r>
                      <a:endParaRPr lang="en-US" dirty="0"/>
                    </a:p>
                  </a:txBody>
                  <a:tcPr anchor="ctr"/>
                </a:tc>
                <a:tc>
                  <a:txBody>
                    <a:bodyPr/>
                    <a:lstStyle/>
                    <a:p>
                      <a:pPr>
                        <a:buNone/>
                      </a:pPr>
                      <a:r>
                        <a:rPr lang="en-US" b="1"/>
                        <a:t>Non-Functional Requirement</a:t>
                      </a:r>
                      <a:endParaRPr lang="en-US"/>
                    </a:p>
                  </a:txBody>
                  <a:tcPr anchor="ctr"/>
                </a:tc>
                <a:tc>
                  <a:txBody>
                    <a:bodyPr/>
                    <a:lstStyle/>
                    <a:p>
                      <a:pPr>
                        <a:buNone/>
                      </a:pPr>
                      <a:r>
                        <a:rPr lang="en-US" b="1"/>
                        <a:t>Purpose</a:t>
                      </a:r>
                      <a:endParaRPr lang="en-US"/>
                    </a:p>
                  </a:txBody>
                  <a:tcPr anchor="ctr"/>
                </a:tc>
                <a:extLst>
                  <a:ext uri="{0D108BD9-81ED-4DB2-BD59-A6C34878D82A}">
                    <a16:rowId xmlns:a16="http://schemas.microsoft.com/office/drawing/2014/main" val="360359774"/>
                  </a:ext>
                </a:extLst>
              </a:tr>
              <a:tr h="751766">
                <a:tc>
                  <a:txBody>
                    <a:bodyPr/>
                    <a:lstStyle/>
                    <a:p>
                      <a:pPr>
                        <a:buNone/>
                      </a:pPr>
                      <a:r>
                        <a:rPr lang="en-US"/>
                        <a:t>1</a:t>
                      </a:r>
                    </a:p>
                  </a:txBody>
                  <a:tcPr anchor="ctr"/>
                </a:tc>
                <a:tc>
                  <a:txBody>
                    <a:bodyPr/>
                    <a:lstStyle/>
                    <a:p>
                      <a:pPr>
                        <a:buNone/>
                      </a:pPr>
                      <a:r>
                        <a:rPr lang="en-US"/>
                        <a:t>Low-latency updates between ESP32 &amp; dashboard</a:t>
                      </a:r>
                    </a:p>
                  </a:txBody>
                  <a:tcPr anchor="ctr"/>
                </a:tc>
                <a:tc>
                  <a:txBody>
                    <a:bodyPr/>
                    <a:lstStyle/>
                    <a:p>
                      <a:pPr>
                        <a:buNone/>
                      </a:pPr>
                      <a:r>
                        <a:rPr lang="en-US"/>
                        <a:t>Achieve near real-time responsiveness</a:t>
                      </a:r>
                    </a:p>
                  </a:txBody>
                  <a:tcPr anchor="ctr"/>
                </a:tc>
                <a:extLst>
                  <a:ext uri="{0D108BD9-81ED-4DB2-BD59-A6C34878D82A}">
                    <a16:rowId xmlns:a16="http://schemas.microsoft.com/office/drawing/2014/main" val="3157015654"/>
                  </a:ext>
                </a:extLst>
              </a:tr>
              <a:tr h="751766">
                <a:tc>
                  <a:txBody>
                    <a:bodyPr/>
                    <a:lstStyle/>
                    <a:p>
                      <a:pPr>
                        <a:buNone/>
                      </a:pPr>
                      <a:r>
                        <a:rPr lang="en-US"/>
                        <a:t>2</a:t>
                      </a:r>
                    </a:p>
                  </a:txBody>
                  <a:tcPr anchor="ctr"/>
                </a:tc>
                <a:tc>
                  <a:txBody>
                    <a:bodyPr/>
                    <a:lstStyle/>
                    <a:p>
                      <a:pPr>
                        <a:buNone/>
                      </a:pPr>
                      <a:r>
                        <a:rPr lang="en-US"/>
                        <a:t>Stable Wi-Fi connectivity</a:t>
                      </a:r>
                    </a:p>
                  </a:txBody>
                  <a:tcPr anchor="ctr"/>
                </a:tc>
                <a:tc>
                  <a:txBody>
                    <a:bodyPr/>
                    <a:lstStyle/>
                    <a:p>
                      <a:pPr>
                        <a:buNone/>
                      </a:pPr>
                      <a:r>
                        <a:rPr lang="en-US"/>
                        <a:t>Maintain continuous system communication</a:t>
                      </a:r>
                    </a:p>
                  </a:txBody>
                  <a:tcPr anchor="ctr"/>
                </a:tc>
                <a:extLst>
                  <a:ext uri="{0D108BD9-81ED-4DB2-BD59-A6C34878D82A}">
                    <a16:rowId xmlns:a16="http://schemas.microsoft.com/office/drawing/2014/main" val="2765061913"/>
                  </a:ext>
                </a:extLst>
              </a:tr>
              <a:tr h="751766">
                <a:tc>
                  <a:txBody>
                    <a:bodyPr/>
                    <a:lstStyle/>
                    <a:p>
                      <a:pPr>
                        <a:buNone/>
                      </a:pPr>
                      <a:r>
                        <a:rPr lang="en-US"/>
                        <a:t>3</a:t>
                      </a:r>
                    </a:p>
                  </a:txBody>
                  <a:tcPr anchor="ctr"/>
                </a:tc>
                <a:tc>
                  <a:txBody>
                    <a:bodyPr/>
                    <a:lstStyle/>
                    <a:p>
                      <a:pPr>
                        <a:buNone/>
                      </a:pPr>
                      <a:r>
                        <a:rPr lang="en-US"/>
                        <a:t>High operational reliability</a:t>
                      </a:r>
                    </a:p>
                  </a:txBody>
                  <a:tcPr anchor="ctr"/>
                </a:tc>
                <a:tc>
                  <a:txBody>
                    <a:bodyPr/>
                    <a:lstStyle/>
                    <a:p>
                      <a:pPr>
                        <a:buNone/>
                      </a:pPr>
                      <a:r>
                        <a:rPr lang="en-US" dirty="0"/>
                        <a:t>Ensure system works safely for long durations</a:t>
                      </a:r>
                    </a:p>
                  </a:txBody>
                  <a:tcPr anchor="ctr"/>
                </a:tc>
                <a:extLst>
                  <a:ext uri="{0D108BD9-81ED-4DB2-BD59-A6C34878D82A}">
                    <a16:rowId xmlns:a16="http://schemas.microsoft.com/office/drawing/2014/main" val="208768906"/>
                  </a:ext>
                </a:extLst>
              </a:tr>
              <a:tr h="429580">
                <a:tc>
                  <a:txBody>
                    <a:bodyPr/>
                    <a:lstStyle/>
                    <a:p>
                      <a:pPr>
                        <a:buNone/>
                      </a:pPr>
                      <a:r>
                        <a:rPr lang="en-US"/>
                        <a:t>4</a:t>
                      </a:r>
                    </a:p>
                  </a:txBody>
                  <a:tcPr anchor="ctr"/>
                </a:tc>
                <a:tc>
                  <a:txBody>
                    <a:bodyPr/>
                    <a:lstStyle/>
                    <a:p>
                      <a:pPr>
                        <a:buNone/>
                      </a:pPr>
                      <a:r>
                        <a:rPr lang="en-US"/>
                        <a:t>Simple and user-friendly UI</a:t>
                      </a:r>
                    </a:p>
                  </a:txBody>
                  <a:tcPr anchor="ctr"/>
                </a:tc>
                <a:tc>
                  <a:txBody>
                    <a:bodyPr/>
                    <a:lstStyle/>
                    <a:p>
                      <a:pPr>
                        <a:buNone/>
                      </a:pPr>
                      <a:r>
                        <a:rPr lang="en-US"/>
                        <a:t>Make operation easy for any user</a:t>
                      </a:r>
                    </a:p>
                  </a:txBody>
                  <a:tcPr anchor="ctr"/>
                </a:tc>
                <a:extLst>
                  <a:ext uri="{0D108BD9-81ED-4DB2-BD59-A6C34878D82A}">
                    <a16:rowId xmlns:a16="http://schemas.microsoft.com/office/drawing/2014/main" val="1122470570"/>
                  </a:ext>
                </a:extLst>
              </a:tr>
              <a:tr h="751766">
                <a:tc>
                  <a:txBody>
                    <a:bodyPr/>
                    <a:lstStyle/>
                    <a:p>
                      <a:pPr>
                        <a:buNone/>
                      </a:pPr>
                      <a:r>
                        <a:rPr lang="en-US"/>
                        <a:t>5</a:t>
                      </a:r>
                    </a:p>
                  </a:txBody>
                  <a:tcPr anchor="ctr"/>
                </a:tc>
                <a:tc>
                  <a:txBody>
                    <a:bodyPr/>
                    <a:lstStyle/>
                    <a:p>
                      <a:pPr>
                        <a:buNone/>
                      </a:pPr>
                      <a:r>
                        <a:rPr lang="en-US" dirty="0"/>
                        <a:t>Efficient ESP32 memory usage</a:t>
                      </a:r>
                    </a:p>
                  </a:txBody>
                  <a:tcPr anchor="ctr"/>
                </a:tc>
                <a:tc>
                  <a:txBody>
                    <a:bodyPr/>
                    <a:lstStyle/>
                    <a:p>
                      <a:pPr>
                        <a:buNone/>
                      </a:pPr>
                      <a:r>
                        <a:rPr lang="en-US" dirty="0"/>
                        <a:t>Avoid performance issues during execution</a:t>
                      </a:r>
                    </a:p>
                  </a:txBody>
                  <a:tcPr anchor="ctr"/>
                </a:tc>
                <a:extLst>
                  <a:ext uri="{0D108BD9-81ED-4DB2-BD59-A6C34878D82A}">
                    <a16:rowId xmlns:a16="http://schemas.microsoft.com/office/drawing/2014/main" val="318195807"/>
                  </a:ext>
                </a:extLst>
              </a:tr>
            </a:tbl>
          </a:graphicData>
        </a:graphic>
      </p:graphicFrame>
    </p:spTree>
    <p:extLst>
      <p:ext uri="{BB962C8B-B14F-4D97-AF65-F5344CB8AC3E}">
        <p14:creationId xmlns:p14="http://schemas.microsoft.com/office/powerpoint/2010/main" val="3550588243"/>
      </p:ext>
    </p:extLst>
  </p:cSld>
  <p:clrMapOvr>
    <a:masterClrMapping/>
  </p:clrMapOvr>
  <p:transition spd="slow">
    <p:push dir="u"/>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DC5056-FD6D-5E3E-E2A7-002B0225E0BE}"/>
            </a:ext>
          </a:extLst>
        </p:cNvPr>
        <p:cNvGrpSpPr/>
        <p:nvPr/>
      </p:nvGrpSpPr>
      <p:grpSpPr>
        <a:xfrm>
          <a:off x="0" y="0"/>
          <a:ext cx="0" cy="0"/>
          <a:chOff x="0" y="0"/>
          <a:chExt cx="0" cy="0"/>
        </a:xfrm>
      </p:grpSpPr>
      <p:sp>
        <p:nvSpPr>
          <p:cNvPr id="5" name="Rectangle">
            <a:extLst>
              <a:ext uri="{FF2B5EF4-FFF2-40B4-BE49-F238E27FC236}">
                <a16:creationId xmlns:a16="http://schemas.microsoft.com/office/drawing/2014/main" id="{06CB0C5B-90CD-5D7D-9479-FCFDE1253FAB}"/>
              </a:ext>
            </a:extLst>
          </p:cNvPr>
          <p:cNvSpPr/>
          <p:nvPr/>
        </p:nvSpPr>
        <p:spPr>
          <a:xfrm flipH="1">
            <a:off x="-24000" y="-2"/>
            <a:ext cx="2469463" cy="6858000"/>
          </a:xfrm>
          <a:prstGeom prst="rect">
            <a:avLst/>
          </a:prstGeom>
          <a:solidFill>
            <a:srgbClr val="F28E01"/>
          </a:solidFill>
          <a:ln w="12700">
            <a:miter lim="400000"/>
          </a:ln>
        </p:spPr>
        <p:txBody>
          <a:bodyPr lIns="50800" tIns="50800" rIns="50800" bIns="50800" anchor="ctr"/>
          <a:lstStyle/>
          <a:p>
            <a:pPr defTabSz="1130300">
              <a:defRPr sz="3200">
                <a:solidFill>
                  <a:srgbClr val="FFFFFF"/>
                </a:solidFill>
                <a:latin typeface="Graphik"/>
                <a:ea typeface="Graphik"/>
                <a:cs typeface="Graphik"/>
                <a:sym typeface="Graphik"/>
              </a:defRPr>
            </a:pPr>
            <a:endParaRPr sz="3200" baseline="-25000"/>
          </a:p>
        </p:txBody>
      </p:sp>
      <p:sp>
        <p:nvSpPr>
          <p:cNvPr id="8" name="Rectangle">
            <a:extLst>
              <a:ext uri="{FF2B5EF4-FFF2-40B4-BE49-F238E27FC236}">
                <a16:creationId xmlns:a16="http://schemas.microsoft.com/office/drawing/2014/main" id="{C78FB8E2-9F44-3837-D7F2-C09E818DD2BF}"/>
              </a:ext>
            </a:extLst>
          </p:cNvPr>
          <p:cNvSpPr/>
          <p:nvPr/>
        </p:nvSpPr>
        <p:spPr>
          <a:xfrm flipH="1">
            <a:off x="11496000" y="1"/>
            <a:ext cx="257907" cy="6858000"/>
          </a:xfrm>
          <a:prstGeom prst="rect">
            <a:avLst/>
          </a:prstGeom>
          <a:solidFill>
            <a:srgbClr val="F28E01"/>
          </a:solidFill>
          <a:ln w="12700">
            <a:miter lim="400000"/>
          </a:ln>
        </p:spPr>
        <p:txBody>
          <a:bodyPr lIns="50800" tIns="50800" rIns="50800" bIns="50800" anchor="ctr"/>
          <a:lstStyle/>
          <a:p>
            <a:pPr defTabSz="1130300">
              <a:defRPr sz="3300">
                <a:solidFill>
                  <a:srgbClr val="FFFFFF"/>
                </a:solidFill>
                <a:latin typeface="Graphik"/>
                <a:ea typeface="Graphik"/>
                <a:cs typeface="Graphik"/>
                <a:sym typeface="Graphik"/>
              </a:defRPr>
            </a:pPr>
            <a:endParaRPr sz="3300"/>
          </a:p>
        </p:txBody>
      </p:sp>
      <p:sp>
        <p:nvSpPr>
          <p:cNvPr id="14" name="Title 1">
            <a:extLst>
              <a:ext uri="{FF2B5EF4-FFF2-40B4-BE49-F238E27FC236}">
                <a16:creationId xmlns:a16="http://schemas.microsoft.com/office/drawing/2014/main" id="{9805FD0F-337D-3922-C340-AED86B530744}"/>
              </a:ext>
            </a:extLst>
          </p:cNvPr>
          <p:cNvSpPr>
            <a:spLocks noGrp="1"/>
          </p:cNvSpPr>
          <p:nvPr>
            <p:ph type="title"/>
          </p:nvPr>
        </p:nvSpPr>
        <p:spPr>
          <a:xfrm>
            <a:off x="2580600" y="85947"/>
            <a:ext cx="8915400" cy="1143000"/>
          </a:xfrm>
        </p:spPr>
        <p:txBody>
          <a:bodyPr>
            <a:normAutofit/>
          </a:bodyPr>
          <a:lstStyle/>
          <a:p>
            <a:r>
              <a:rPr lang="en-IN" dirty="0"/>
              <a:t>Requirement Specification</a:t>
            </a:r>
          </a:p>
        </p:txBody>
      </p:sp>
      <p:sp>
        <p:nvSpPr>
          <p:cNvPr id="15" name="Content Placeholder 2">
            <a:extLst>
              <a:ext uri="{FF2B5EF4-FFF2-40B4-BE49-F238E27FC236}">
                <a16:creationId xmlns:a16="http://schemas.microsoft.com/office/drawing/2014/main" id="{0F69F1AD-B423-353F-464E-54A246AA5ED4}"/>
              </a:ext>
            </a:extLst>
          </p:cNvPr>
          <p:cNvSpPr>
            <a:spLocks noGrp="1"/>
          </p:cNvSpPr>
          <p:nvPr>
            <p:ph idx="1"/>
          </p:nvPr>
        </p:nvSpPr>
        <p:spPr>
          <a:xfrm>
            <a:off x="2518672" y="1056781"/>
            <a:ext cx="8790873" cy="5543106"/>
          </a:xfrm>
        </p:spPr>
        <p:txBody>
          <a:bodyPr>
            <a:normAutofit/>
          </a:bodyPr>
          <a:lstStyle/>
          <a:p>
            <a:pPr marL="0" indent="0">
              <a:buNone/>
            </a:pPr>
            <a:r>
              <a:rPr lang="en-IN" dirty="0"/>
              <a:t>Software Requirements:</a:t>
            </a:r>
          </a:p>
          <a:p>
            <a:pPr marL="0" indent="0">
              <a:buNone/>
            </a:pPr>
            <a:endParaRPr lang="en-IN" dirty="0"/>
          </a:p>
          <a:p>
            <a:pPr marL="0" indent="0">
              <a:buNone/>
            </a:pPr>
            <a:endParaRPr lang="en-IN" dirty="0"/>
          </a:p>
          <a:p>
            <a:pPr marL="0" indent="0">
              <a:buNone/>
            </a:pPr>
            <a:endParaRPr lang="en-US" dirty="0"/>
          </a:p>
        </p:txBody>
      </p:sp>
      <p:pic>
        <p:nvPicPr>
          <p:cNvPr id="10" name="Picture 9" descr="A group of icons on a white background&#10;&#10;AI-generated content may be incorrect.">
            <a:extLst>
              <a:ext uri="{FF2B5EF4-FFF2-40B4-BE49-F238E27FC236}">
                <a16:creationId xmlns:a16="http://schemas.microsoft.com/office/drawing/2014/main" id="{98A1403B-270E-29B9-F893-3947EF0858AA}"/>
              </a:ext>
            </a:extLst>
          </p:cNvPr>
          <p:cNvPicPr>
            <a:picLocks noChangeAspect="1"/>
          </p:cNvPicPr>
          <p:nvPr/>
        </p:nvPicPr>
        <p:blipFill>
          <a:blip r:embed="rId3">
            <a:extLst>
              <a:ext uri="{28A0092B-C50C-407E-A947-70E740481C1C}">
                <a14:useLocalDpi xmlns:a14="http://schemas.microsoft.com/office/drawing/2010/main" val="0"/>
              </a:ext>
            </a:extLst>
          </a:blip>
          <a:srcRect l="3545" t="31752" r="2222" b="31581"/>
          <a:stretch>
            <a:fillRect/>
          </a:stretch>
        </p:blipFill>
        <p:spPr>
          <a:xfrm>
            <a:off x="3310215" y="4768554"/>
            <a:ext cx="7456170" cy="2065330"/>
          </a:xfrm>
          <a:prstGeom prst="rect">
            <a:avLst/>
          </a:prstGeom>
          <a:ln>
            <a:noFill/>
          </a:ln>
          <a:effectLst>
            <a:softEdge rad="112500"/>
          </a:effectLst>
        </p:spPr>
      </p:pic>
      <p:graphicFrame>
        <p:nvGraphicFramePr>
          <p:cNvPr id="12" name="Table 11">
            <a:extLst>
              <a:ext uri="{FF2B5EF4-FFF2-40B4-BE49-F238E27FC236}">
                <a16:creationId xmlns:a16="http://schemas.microsoft.com/office/drawing/2014/main" id="{3338586D-99F4-3AD9-70D4-AB2FC780CD7F}"/>
              </a:ext>
            </a:extLst>
          </p:cNvPr>
          <p:cNvGraphicFramePr>
            <a:graphicFrameLocks noGrp="1"/>
          </p:cNvGraphicFramePr>
          <p:nvPr>
            <p:extLst>
              <p:ext uri="{D42A27DB-BD31-4B8C-83A1-F6EECF244321}">
                <p14:modId xmlns:p14="http://schemas.microsoft.com/office/powerpoint/2010/main" val="52362215"/>
              </p:ext>
            </p:extLst>
          </p:nvPr>
        </p:nvGraphicFramePr>
        <p:xfrm>
          <a:off x="2657339" y="1666240"/>
          <a:ext cx="8694691" cy="2931160"/>
        </p:xfrm>
        <a:graphic>
          <a:graphicData uri="http://schemas.openxmlformats.org/drawingml/2006/table">
            <a:tbl>
              <a:tblPr firstRow="1" bandRow="1">
                <a:tableStyleId>{5C22544A-7EE6-4342-B048-85BDC9FD1C3A}</a:tableStyleId>
              </a:tblPr>
              <a:tblGrid>
                <a:gridCol w="845172">
                  <a:extLst>
                    <a:ext uri="{9D8B030D-6E8A-4147-A177-3AD203B41FA5}">
                      <a16:colId xmlns:a16="http://schemas.microsoft.com/office/drawing/2014/main" val="3135023586"/>
                    </a:ext>
                  </a:extLst>
                </a:gridCol>
                <a:gridCol w="3426339">
                  <a:extLst>
                    <a:ext uri="{9D8B030D-6E8A-4147-A177-3AD203B41FA5}">
                      <a16:colId xmlns:a16="http://schemas.microsoft.com/office/drawing/2014/main" val="353716396"/>
                    </a:ext>
                  </a:extLst>
                </a:gridCol>
                <a:gridCol w="4423180">
                  <a:extLst>
                    <a:ext uri="{9D8B030D-6E8A-4147-A177-3AD203B41FA5}">
                      <a16:colId xmlns:a16="http://schemas.microsoft.com/office/drawing/2014/main" val="1373501961"/>
                    </a:ext>
                  </a:extLst>
                </a:gridCol>
              </a:tblGrid>
              <a:tr h="370840">
                <a:tc rowSpan="2">
                  <a:txBody>
                    <a:bodyPr/>
                    <a:lstStyle/>
                    <a:p>
                      <a:pPr algn="ctr"/>
                      <a:r>
                        <a:rPr lang="en-IN" dirty="0"/>
                        <a:t>Sl. No</a:t>
                      </a:r>
                    </a:p>
                  </a:txBody>
                  <a:tcPr/>
                </a:tc>
                <a:tc grid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dirty="0"/>
                        <a:t>Software Requirement detail</a:t>
                      </a:r>
                    </a:p>
                  </a:txBody>
                  <a:tcPr/>
                </a:tc>
                <a:tc hMerge="1">
                  <a:txBody>
                    <a:bodyPr/>
                    <a:lstStyle/>
                    <a:p>
                      <a:pPr algn="ctr"/>
                      <a:endParaRPr lang="en-IN" dirty="0"/>
                    </a:p>
                  </a:txBody>
                  <a:tcPr/>
                </a:tc>
                <a:extLst>
                  <a:ext uri="{0D108BD9-81ED-4DB2-BD59-A6C34878D82A}">
                    <a16:rowId xmlns:a16="http://schemas.microsoft.com/office/drawing/2014/main" val="2565408094"/>
                  </a:ext>
                </a:extLst>
              </a:tr>
              <a:tr h="467360">
                <a:tc vMerge="1">
                  <a:txBody>
                    <a:bodyPr/>
                    <a:lstStyle/>
                    <a:p>
                      <a:endParaRPr dirty="0"/>
                    </a:p>
                  </a:txBody>
                  <a:tcPr/>
                </a:tc>
                <a:tc>
                  <a:txBody>
                    <a:bodyPr/>
                    <a:lstStyle/>
                    <a:p>
                      <a:pPr algn="ctr"/>
                      <a:r>
                        <a:rPr lang="en-IN" dirty="0"/>
                        <a:t>Software Tool Name</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dirty="0"/>
                        <a:t>Purpose</a:t>
                      </a:r>
                    </a:p>
                    <a:p>
                      <a:pPr algn="ctr"/>
                      <a:endParaRPr dirty="0"/>
                    </a:p>
                  </a:txBody>
                  <a:tcPr/>
                </a:tc>
                <a:extLst>
                  <a:ext uri="{0D108BD9-81ED-4DB2-BD59-A6C34878D82A}">
                    <a16:rowId xmlns:a16="http://schemas.microsoft.com/office/drawing/2014/main" val="360359774"/>
                  </a:ext>
                </a:extLst>
              </a:tr>
              <a:tr h="121920">
                <a:tc>
                  <a:txBody>
                    <a:bodyPr/>
                    <a:lstStyle/>
                    <a:p>
                      <a:pPr algn="ctr"/>
                      <a:r>
                        <a:rPr lang="en-IN" dirty="0"/>
                        <a:t>1</a:t>
                      </a:r>
                    </a:p>
                  </a:txBody>
                  <a:tcPr/>
                </a:tc>
                <a:tc>
                  <a:txBody>
                    <a:bodyPr/>
                    <a:lstStyle/>
                    <a:p>
                      <a:r>
                        <a:rPr lang="en-US" dirty="0"/>
                        <a:t>Arduino IDE</a:t>
                      </a:r>
                      <a:endParaRPr lang="en-IN" dirty="0"/>
                    </a:p>
                  </a:txBody>
                  <a:tcPr/>
                </a:tc>
                <a:tc>
                  <a:txBody>
                    <a:bodyPr/>
                    <a:lstStyle/>
                    <a:p>
                      <a:r>
                        <a:rPr lang="en-US" dirty="0"/>
                        <a:t>Write, compile, and upload code to the ESP32 microcontroller.</a:t>
                      </a:r>
                      <a:endParaRPr lang="en-IN" dirty="0"/>
                    </a:p>
                  </a:txBody>
                  <a:tcPr/>
                </a:tc>
                <a:extLst>
                  <a:ext uri="{0D108BD9-81ED-4DB2-BD59-A6C34878D82A}">
                    <a16:rowId xmlns:a16="http://schemas.microsoft.com/office/drawing/2014/main" val="208768906"/>
                  </a:ext>
                </a:extLst>
              </a:tr>
              <a:tr h="370840">
                <a:tc>
                  <a:txBody>
                    <a:bodyPr/>
                    <a:lstStyle/>
                    <a:p>
                      <a:pPr algn="ctr"/>
                      <a:r>
                        <a:rPr lang="en-IN" dirty="0"/>
                        <a:t>2</a:t>
                      </a:r>
                    </a:p>
                  </a:txBody>
                  <a:tcPr/>
                </a:tc>
                <a:tc>
                  <a:txBody>
                    <a:bodyPr/>
                    <a:lstStyle/>
                    <a:p>
                      <a:r>
                        <a:rPr lang="en-US" dirty="0"/>
                        <a:t>ESP32 </a:t>
                      </a:r>
                      <a:r>
                        <a:rPr lang="en-US" dirty="0" err="1"/>
                        <a:t>WiFi</a:t>
                      </a:r>
                      <a:r>
                        <a:rPr lang="en-US" dirty="0"/>
                        <a:t> Library</a:t>
                      </a:r>
                      <a:endParaRPr lang="en-IN" dirty="0"/>
                    </a:p>
                  </a:txBody>
                  <a:tcPr/>
                </a:tc>
                <a:tc>
                  <a:txBody>
                    <a:bodyPr/>
                    <a:lstStyle/>
                    <a:p>
                      <a:r>
                        <a:rPr lang="en-US" dirty="0"/>
                        <a:t>Enable Wi-Fi connectivity, HTTP server communication.</a:t>
                      </a:r>
                      <a:endParaRPr lang="en-IN" dirty="0"/>
                    </a:p>
                  </a:txBody>
                  <a:tcPr/>
                </a:tc>
                <a:extLst>
                  <a:ext uri="{0D108BD9-81ED-4DB2-BD59-A6C34878D82A}">
                    <a16:rowId xmlns:a16="http://schemas.microsoft.com/office/drawing/2014/main" val="1122470570"/>
                  </a:ext>
                </a:extLst>
              </a:tr>
              <a:tr h="370840">
                <a:tc>
                  <a:txBody>
                    <a:bodyPr/>
                    <a:lstStyle/>
                    <a:p>
                      <a:pPr algn="ctr"/>
                      <a:r>
                        <a:rPr lang="en-IN" dirty="0"/>
                        <a:t>3</a:t>
                      </a:r>
                    </a:p>
                  </a:txBody>
                  <a:tcPr/>
                </a:tc>
                <a:tc>
                  <a:txBody>
                    <a:bodyPr/>
                    <a:lstStyle/>
                    <a:p>
                      <a:r>
                        <a:rPr lang="en-US" dirty="0" err="1"/>
                        <a:t>WebServer</a:t>
                      </a:r>
                      <a:r>
                        <a:rPr lang="en-US" dirty="0"/>
                        <a:t> Library</a:t>
                      </a:r>
                      <a:endParaRPr lang="en-IN" dirty="0"/>
                    </a:p>
                  </a:txBody>
                  <a:tcPr/>
                </a:tc>
                <a:tc>
                  <a:txBody>
                    <a:bodyPr/>
                    <a:lstStyle/>
                    <a:p>
                      <a:r>
                        <a:rPr lang="en-US" dirty="0"/>
                        <a:t>Handle HTTP requests for dashboard control and status updates.</a:t>
                      </a:r>
                      <a:endParaRPr lang="en-IN" dirty="0"/>
                    </a:p>
                  </a:txBody>
                  <a:tcPr/>
                </a:tc>
                <a:extLst>
                  <a:ext uri="{0D108BD9-81ED-4DB2-BD59-A6C34878D82A}">
                    <a16:rowId xmlns:a16="http://schemas.microsoft.com/office/drawing/2014/main" val="318195807"/>
                  </a:ext>
                </a:extLst>
              </a:tr>
            </a:tbl>
          </a:graphicData>
        </a:graphic>
      </p:graphicFrame>
    </p:spTree>
    <p:extLst>
      <p:ext uri="{BB962C8B-B14F-4D97-AF65-F5344CB8AC3E}">
        <p14:creationId xmlns:p14="http://schemas.microsoft.com/office/powerpoint/2010/main" val="912845942"/>
      </p:ext>
    </p:extLst>
  </p:cSld>
  <p:clrMapOvr>
    <a:masterClrMapping/>
  </p:clrMapOvr>
  <p:transition spd="slow">
    <p:push dir="u"/>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7F31FA-19F9-61DD-64FC-42A71553CE23}"/>
            </a:ext>
          </a:extLst>
        </p:cNvPr>
        <p:cNvGrpSpPr/>
        <p:nvPr/>
      </p:nvGrpSpPr>
      <p:grpSpPr>
        <a:xfrm>
          <a:off x="0" y="0"/>
          <a:ext cx="0" cy="0"/>
          <a:chOff x="0" y="0"/>
          <a:chExt cx="0" cy="0"/>
        </a:xfrm>
      </p:grpSpPr>
      <p:sp>
        <p:nvSpPr>
          <p:cNvPr id="5" name="Rectangle">
            <a:extLst>
              <a:ext uri="{FF2B5EF4-FFF2-40B4-BE49-F238E27FC236}">
                <a16:creationId xmlns:a16="http://schemas.microsoft.com/office/drawing/2014/main" id="{32E33B47-2E22-F7A5-FC3E-16C0D5A9FFD8}"/>
              </a:ext>
            </a:extLst>
          </p:cNvPr>
          <p:cNvSpPr/>
          <p:nvPr/>
        </p:nvSpPr>
        <p:spPr>
          <a:xfrm flipH="1">
            <a:off x="-24000" y="-2"/>
            <a:ext cx="2469463" cy="6858000"/>
          </a:xfrm>
          <a:prstGeom prst="rect">
            <a:avLst/>
          </a:prstGeom>
          <a:solidFill>
            <a:srgbClr val="F28E01"/>
          </a:solidFill>
          <a:ln w="12700">
            <a:miter lim="400000"/>
          </a:ln>
        </p:spPr>
        <p:txBody>
          <a:bodyPr lIns="50800" tIns="50800" rIns="50800" bIns="50800" anchor="ctr"/>
          <a:lstStyle/>
          <a:p>
            <a:pPr defTabSz="1130300">
              <a:defRPr sz="3200">
                <a:solidFill>
                  <a:srgbClr val="FFFFFF"/>
                </a:solidFill>
                <a:latin typeface="Graphik"/>
                <a:ea typeface="Graphik"/>
                <a:cs typeface="Graphik"/>
                <a:sym typeface="Graphik"/>
              </a:defRPr>
            </a:pPr>
            <a:endParaRPr sz="3200" baseline="-25000"/>
          </a:p>
        </p:txBody>
      </p:sp>
      <p:sp>
        <p:nvSpPr>
          <p:cNvPr id="8" name="Rectangle">
            <a:extLst>
              <a:ext uri="{FF2B5EF4-FFF2-40B4-BE49-F238E27FC236}">
                <a16:creationId xmlns:a16="http://schemas.microsoft.com/office/drawing/2014/main" id="{31516F54-AC83-3FA7-0CA2-4B3D58790489}"/>
              </a:ext>
            </a:extLst>
          </p:cNvPr>
          <p:cNvSpPr/>
          <p:nvPr/>
        </p:nvSpPr>
        <p:spPr>
          <a:xfrm flipH="1">
            <a:off x="11496000" y="1"/>
            <a:ext cx="257907" cy="6858000"/>
          </a:xfrm>
          <a:prstGeom prst="rect">
            <a:avLst/>
          </a:prstGeom>
          <a:solidFill>
            <a:srgbClr val="F28E01"/>
          </a:solidFill>
          <a:ln w="12700">
            <a:miter lim="400000"/>
          </a:ln>
        </p:spPr>
        <p:txBody>
          <a:bodyPr lIns="50800" tIns="50800" rIns="50800" bIns="50800" anchor="ctr"/>
          <a:lstStyle/>
          <a:p>
            <a:pPr defTabSz="1130300">
              <a:defRPr sz="3300">
                <a:solidFill>
                  <a:srgbClr val="FFFFFF"/>
                </a:solidFill>
                <a:latin typeface="Graphik"/>
                <a:ea typeface="Graphik"/>
                <a:cs typeface="Graphik"/>
                <a:sym typeface="Graphik"/>
              </a:defRPr>
            </a:pPr>
            <a:endParaRPr sz="3300"/>
          </a:p>
        </p:txBody>
      </p:sp>
      <p:sp>
        <p:nvSpPr>
          <p:cNvPr id="14" name="Title 1">
            <a:extLst>
              <a:ext uri="{FF2B5EF4-FFF2-40B4-BE49-F238E27FC236}">
                <a16:creationId xmlns:a16="http://schemas.microsoft.com/office/drawing/2014/main" id="{2995236B-C82D-254E-BA6F-B1463B6257CC}"/>
              </a:ext>
            </a:extLst>
          </p:cNvPr>
          <p:cNvSpPr>
            <a:spLocks noGrp="1"/>
          </p:cNvSpPr>
          <p:nvPr>
            <p:ph type="title"/>
          </p:nvPr>
        </p:nvSpPr>
        <p:spPr>
          <a:xfrm>
            <a:off x="2514600" y="85947"/>
            <a:ext cx="8839200" cy="1143000"/>
          </a:xfrm>
        </p:spPr>
        <p:txBody>
          <a:bodyPr>
            <a:normAutofit/>
          </a:bodyPr>
          <a:lstStyle/>
          <a:p>
            <a:r>
              <a:rPr lang="en-IN" dirty="0"/>
              <a:t>Requirement Specification</a:t>
            </a:r>
          </a:p>
        </p:txBody>
      </p:sp>
      <p:sp>
        <p:nvSpPr>
          <p:cNvPr id="15" name="Content Placeholder 2">
            <a:extLst>
              <a:ext uri="{FF2B5EF4-FFF2-40B4-BE49-F238E27FC236}">
                <a16:creationId xmlns:a16="http://schemas.microsoft.com/office/drawing/2014/main" id="{1E36B516-B8D1-F70B-5002-142C4BD5ADCB}"/>
              </a:ext>
            </a:extLst>
          </p:cNvPr>
          <p:cNvSpPr>
            <a:spLocks noGrp="1"/>
          </p:cNvSpPr>
          <p:nvPr>
            <p:ph idx="1"/>
          </p:nvPr>
        </p:nvSpPr>
        <p:spPr>
          <a:xfrm>
            <a:off x="2445463" y="976668"/>
            <a:ext cx="8839199" cy="5334000"/>
          </a:xfrm>
        </p:spPr>
        <p:txBody>
          <a:bodyPr>
            <a:normAutofit/>
          </a:bodyPr>
          <a:lstStyle/>
          <a:p>
            <a:pPr marL="0" indent="0">
              <a:buNone/>
            </a:pPr>
            <a:r>
              <a:rPr lang="en-IN" dirty="0"/>
              <a:t>Hardware Requirements:</a:t>
            </a:r>
          </a:p>
          <a:p>
            <a:pPr marL="0" indent="0">
              <a:buNone/>
            </a:pPr>
            <a:endParaRPr lang="en-IN" dirty="0"/>
          </a:p>
          <a:p>
            <a:pPr marL="0" indent="0">
              <a:buNone/>
            </a:pPr>
            <a:endParaRPr lang="en-IN" dirty="0"/>
          </a:p>
          <a:p>
            <a:pPr marL="0" indent="0">
              <a:buNone/>
            </a:pPr>
            <a:endParaRPr lang="en-US" dirty="0"/>
          </a:p>
        </p:txBody>
      </p:sp>
      <p:pic>
        <p:nvPicPr>
          <p:cNvPr id="2" name="Picture 6" descr="sdgsdjfh">
            <a:extLst>
              <a:ext uri="{FF2B5EF4-FFF2-40B4-BE49-F238E27FC236}">
                <a16:creationId xmlns:a16="http://schemas.microsoft.com/office/drawing/2014/main" id="{B47BC767-E3BD-5F00-0D98-31FB282CD67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71606" y="5452146"/>
            <a:ext cx="1880707" cy="1101387"/>
          </a:xfrm>
          <a:prstGeom prst="rect">
            <a:avLst/>
          </a:prstGeom>
          <a:ln>
            <a:noFill/>
          </a:ln>
          <a:effectLst>
            <a:softEdge rad="112500"/>
          </a:effectLst>
        </p:spPr>
      </p:pic>
      <p:pic>
        <p:nvPicPr>
          <p:cNvPr id="7" name="Picture 4" descr="LED Traffic Lights Signal Module ...">
            <a:extLst>
              <a:ext uri="{FF2B5EF4-FFF2-40B4-BE49-F238E27FC236}">
                <a16:creationId xmlns:a16="http://schemas.microsoft.com/office/drawing/2014/main" id="{438C53E5-6D2D-62DE-B2BA-939EE7B7BB9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57982" y="5452146"/>
            <a:ext cx="1882330" cy="1167377"/>
          </a:xfrm>
          <a:prstGeom prst="rect">
            <a:avLst/>
          </a:prstGeom>
          <a:ln>
            <a:noFill/>
          </a:ln>
          <a:effectLst>
            <a:softEdge rad="112500"/>
          </a:effectLst>
        </p:spPr>
      </p:pic>
      <p:pic>
        <p:nvPicPr>
          <p:cNvPr id="9" name="Picture 2">
            <a:extLst>
              <a:ext uri="{FF2B5EF4-FFF2-40B4-BE49-F238E27FC236}">
                <a16:creationId xmlns:a16="http://schemas.microsoft.com/office/drawing/2014/main" id="{E41B9841-3DE2-6EC6-918C-DC6B62714BFC}"/>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6678827" y="5479857"/>
            <a:ext cx="1882330" cy="1167377"/>
          </a:xfrm>
          <a:prstGeom prst="rect">
            <a:avLst/>
          </a:prstGeom>
          <a:ln>
            <a:noFill/>
          </a:ln>
          <a:effectLst>
            <a:softEdge rad="112500"/>
          </a:effectLst>
        </p:spPr>
      </p:pic>
      <p:pic>
        <p:nvPicPr>
          <p:cNvPr id="4102" name="Picture 6" descr="4110-40 Kitronik | 4110-40, 200mm Jumper Wire Breadboard Jumper Wire in ...">
            <a:extLst>
              <a:ext uri="{FF2B5EF4-FFF2-40B4-BE49-F238E27FC236}">
                <a16:creationId xmlns:a16="http://schemas.microsoft.com/office/drawing/2014/main" id="{C8526B41-D8E6-1F1F-74B7-0C63E53EBCBF}"/>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9080471" y="5479857"/>
            <a:ext cx="2022577" cy="1143000"/>
          </a:xfrm>
          <a:prstGeom prst="rect">
            <a:avLst/>
          </a:prstGeom>
          <a:ln>
            <a:noFill/>
          </a:ln>
          <a:effectLst>
            <a:softEdge rad="112500"/>
          </a:effectLst>
          <a:extLst>
            <a:ext uri="{909E8E84-426E-40DD-AFC4-6F175D3DCCD1}">
              <a14:hiddenFill xmlns:a14="http://schemas.microsoft.com/office/drawing/2010/main">
                <a:solidFill>
                  <a:srgbClr val="FFFFFF"/>
                </a:solidFill>
              </a14:hiddenFill>
            </a:ext>
          </a:extLst>
        </p:spPr>
      </p:pic>
      <p:graphicFrame>
        <p:nvGraphicFramePr>
          <p:cNvPr id="13" name="Table 12">
            <a:extLst>
              <a:ext uri="{FF2B5EF4-FFF2-40B4-BE49-F238E27FC236}">
                <a16:creationId xmlns:a16="http://schemas.microsoft.com/office/drawing/2014/main" id="{186450BA-FA67-2830-A9D5-03D23B98315C}"/>
              </a:ext>
            </a:extLst>
          </p:cNvPr>
          <p:cNvGraphicFramePr>
            <a:graphicFrameLocks noGrp="1"/>
          </p:cNvGraphicFramePr>
          <p:nvPr>
            <p:extLst>
              <p:ext uri="{D42A27DB-BD31-4B8C-83A1-F6EECF244321}">
                <p14:modId xmlns:p14="http://schemas.microsoft.com/office/powerpoint/2010/main" val="235630563"/>
              </p:ext>
            </p:extLst>
          </p:nvPr>
        </p:nvGraphicFramePr>
        <p:xfrm>
          <a:off x="2663728" y="1506218"/>
          <a:ext cx="8522809" cy="3845560"/>
        </p:xfrm>
        <a:graphic>
          <a:graphicData uri="http://schemas.openxmlformats.org/drawingml/2006/table">
            <a:tbl>
              <a:tblPr firstRow="1" bandRow="1">
                <a:tableStyleId>{5C22544A-7EE6-4342-B048-85BDC9FD1C3A}</a:tableStyleId>
              </a:tblPr>
              <a:tblGrid>
                <a:gridCol w="822941">
                  <a:extLst>
                    <a:ext uri="{9D8B030D-6E8A-4147-A177-3AD203B41FA5}">
                      <a16:colId xmlns:a16="http://schemas.microsoft.com/office/drawing/2014/main" val="3135023586"/>
                    </a:ext>
                  </a:extLst>
                </a:gridCol>
                <a:gridCol w="3916543">
                  <a:extLst>
                    <a:ext uri="{9D8B030D-6E8A-4147-A177-3AD203B41FA5}">
                      <a16:colId xmlns:a16="http://schemas.microsoft.com/office/drawing/2014/main" val="353716396"/>
                    </a:ext>
                  </a:extLst>
                </a:gridCol>
                <a:gridCol w="3783325">
                  <a:extLst>
                    <a:ext uri="{9D8B030D-6E8A-4147-A177-3AD203B41FA5}">
                      <a16:colId xmlns:a16="http://schemas.microsoft.com/office/drawing/2014/main" val="1373501961"/>
                    </a:ext>
                  </a:extLst>
                </a:gridCol>
              </a:tblGrid>
              <a:tr h="370840">
                <a:tc rowSpan="2">
                  <a:txBody>
                    <a:bodyPr/>
                    <a:lstStyle/>
                    <a:p>
                      <a:pPr algn="ctr"/>
                      <a:r>
                        <a:rPr lang="en-IN" dirty="0"/>
                        <a:t>Sl. No</a:t>
                      </a:r>
                    </a:p>
                  </a:txBody>
                  <a:tcPr/>
                </a:tc>
                <a:tc grid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dirty="0"/>
                        <a:t>Hardware Requirement details</a:t>
                      </a:r>
                    </a:p>
                  </a:txBody>
                  <a:tcPr/>
                </a:tc>
                <a:tc hMerge="1">
                  <a:txBody>
                    <a:bodyPr/>
                    <a:lstStyle/>
                    <a:p>
                      <a:pPr algn="ctr"/>
                      <a:endParaRPr lang="en-IN" dirty="0"/>
                    </a:p>
                  </a:txBody>
                  <a:tcPr/>
                </a:tc>
                <a:extLst>
                  <a:ext uri="{0D108BD9-81ED-4DB2-BD59-A6C34878D82A}">
                    <a16:rowId xmlns:a16="http://schemas.microsoft.com/office/drawing/2014/main" val="2565408094"/>
                  </a:ext>
                </a:extLst>
              </a:tr>
              <a:tr h="640080">
                <a:tc vMerge="1">
                  <a:txBody>
                    <a:bodyPr/>
                    <a:lstStyle/>
                    <a:p>
                      <a:endParaRPr dirty="0"/>
                    </a:p>
                  </a:txBody>
                  <a:tcPr/>
                </a:tc>
                <a:tc>
                  <a:txBody>
                    <a:bodyPr/>
                    <a:lstStyle/>
                    <a:p>
                      <a:pPr algn="ctr"/>
                      <a:r>
                        <a:rPr lang="en-IN" dirty="0"/>
                        <a:t>Hardware device Name</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dirty="0"/>
                        <a:t>Purpose</a:t>
                      </a:r>
                    </a:p>
                    <a:p>
                      <a:pPr algn="ctr"/>
                      <a:endParaRPr dirty="0"/>
                    </a:p>
                  </a:txBody>
                  <a:tcPr/>
                </a:tc>
                <a:extLst>
                  <a:ext uri="{0D108BD9-81ED-4DB2-BD59-A6C34878D82A}">
                    <a16:rowId xmlns:a16="http://schemas.microsoft.com/office/drawing/2014/main" val="360359774"/>
                  </a:ext>
                </a:extLst>
              </a:tr>
              <a:tr h="370840">
                <a:tc>
                  <a:txBody>
                    <a:bodyPr/>
                    <a:lstStyle/>
                    <a:p>
                      <a:pPr algn="ctr"/>
                      <a:r>
                        <a:rPr lang="en-IN" dirty="0"/>
                        <a:t>1</a:t>
                      </a:r>
                    </a:p>
                  </a:txBody>
                  <a:tcPr/>
                </a:tc>
                <a:tc>
                  <a:txBody>
                    <a:bodyPr/>
                    <a:lstStyle/>
                    <a:p>
                      <a:r>
                        <a:rPr lang="en-US" dirty="0"/>
                        <a:t>ESP32 Dev Module</a:t>
                      </a:r>
                      <a:endParaRPr lang="en-IN" dirty="0"/>
                    </a:p>
                  </a:txBody>
                  <a:tcPr/>
                </a:tc>
                <a:tc>
                  <a:txBody>
                    <a:bodyPr/>
                    <a:lstStyle/>
                    <a:p>
                      <a:r>
                        <a:rPr lang="en-US" dirty="0"/>
                        <a:t>Central controller: runs traffic logic, hosts web server, interfaces with sensors and LEDs.</a:t>
                      </a:r>
                      <a:endParaRPr lang="en-IN" dirty="0"/>
                    </a:p>
                  </a:txBody>
                  <a:tcPr/>
                </a:tc>
                <a:extLst>
                  <a:ext uri="{0D108BD9-81ED-4DB2-BD59-A6C34878D82A}">
                    <a16:rowId xmlns:a16="http://schemas.microsoft.com/office/drawing/2014/main" val="208768906"/>
                  </a:ext>
                </a:extLst>
              </a:tr>
              <a:tr h="370840">
                <a:tc>
                  <a:txBody>
                    <a:bodyPr/>
                    <a:lstStyle/>
                    <a:p>
                      <a:pPr algn="ctr"/>
                      <a:r>
                        <a:rPr lang="en-IN" dirty="0"/>
                        <a:t>2</a:t>
                      </a:r>
                    </a:p>
                  </a:txBody>
                  <a:tcPr/>
                </a:tc>
                <a:tc>
                  <a:txBody>
                    <a:bodyPr/>
                    <a:lstStyle/>
                    <a:p>
                      <a:r>
                        <a:rPr lang="en-US" dirty="0"/>
                        <a:t>Red/Yellow/Green LEDs (per lane)</a:t>
                      </a:r>
                      <a:endParaRPr lang="en-IN" dirty="0"/>
                    </a:p>
                  </a:txBody>
                  <a:tcPr/>
                </a:tc>
                <a:tc>
                  <a:txBody>
                    <a:bodyPr/>
                    <a:lstStyle/>
                    <a:p>
                      <a:r>
                        <a:rPr lang="en-US" dirty="0"/>
                        <a:t>Visual traffic signals driven by ESP32 GPIOs.</a:t>
                      </a:r>
                      <a:endParaRPr lang="en-IN" dirty="0"/>
                    </a:p>
                  </a:txBody>
                  <a:tcPr/>
                </a:tc>
                <a:extLst>
                  <a:ext uri="{0D108BD9-81ED-4DB2-BD59-A6C34878D82A}">
                    <a16:rowId xmlns:a16="http://schemas.microsoft.com/office/drawing/2014/main" val="1122470570"/>
                  </a:ext>
                </a:extLst>
              </a:tr>
              <a:tr h="370840">
                <a:tc>
                  <a:txBody>
                    <a:bodyPr/>
                    <a:lstStyle/>
                    <a:p>
                      <a:pPr algn="ctr"/>
                      <a:r>
                        <a:rPr lang="en-IN" dirty="0"/>
                        <a:t>3</a:t>
                      </a:r>
                    </a:p>
                  </a:txBody>
                  <a:tcPr/>
                </a:tc>
                <a:tc>
                  <a:txBody>
                    <a:bodyPr/>
                    <a:lstStyle/>
                    <a:p>
                      <a:r>
                        <a:rPr lang="en-US" dirty="0"/>
                        <a:t>OLED Display (SSD1306)</a:t>
                      </a:r>
                      <a:endParaRPr lang="en-IN" dirty="0"/>
                    </a:p>
                  </a:txBody>
                  <a:tcPr/>
                </a:tc>
                <a:tc>
                  <a:txBody>
                    <a:bodyPr/>
                    <a:lstStyle/>
                    <a:p>
                      <a:r>
                        <a:rPr lang="en-US" dirty="0"/>
                        <a:t>Local status: shows active direction, phase, and countdown.</a:t>
                      </a:r>
                      <a:endParaRPr lang="en-IN" dirty="0"/>
                    </a:p>
                  </a:txBody>
                  <a:tcPr/>
                </a:tc>
                <a:extLst>
                  <a:ext uri="{0D108BD9-81ED-4DB2-BD59-A6C34878D82A}">
                    <a16:rowId xmlns:a16="http://schemas.microsoft.com/office/drawing/2014/main" val="318195807"/>
                  </a:ext>
                </a:extLst>
              </a:tr>
              <a:tr h="370840">
                <a:tc>
                  <a:txBody>
                    <a:bodyPr/>
                    <a:lstStyle/>
                    <a:p>
                      <a:pPr algn="ctr"/>
                      <a:r>
                        <a:rPr lang="en-IN" dirty="0"/>
                        <a:t>4</a:t>
                      </a:r>
                    </a:p>
                  </a:txBody>
                  <a:tcPr/>
                </a:tc>
                <a:tc>
                  <a:txBody>
                    <a:bodyPr/>
                    <a:lstStyle/>
                    <a:p>
                      <a:pPr>
                        <a:buNone/>
                      </a:pPr>
                      <a:r>
                        <a:rPr lang="en-US" b="0" dirty="0"/>
                        <a:t>Jumper Wires / Connectors</a:t>
                      </a:r>
                    </a:p>
                  </a:txBody>
                  <a:tcPr anchor="ctr"/>
                </a:tc>
                <a:tc>
                  <a:txBody>
                    <a:bodyPr/>
                    <a:lstStyle/>
                    <a:p>
                      <a:r>
                        <a:rPr lang="en-US" dirty="0"/>
                        <a:t>Prototyping and interconnections between modules.</a:t>
                      </a:r>
                      <a:endParaRPr lang="en-IN" dirty="0"/>
                    </a:p>
                  </a:txBody>
                  <a:tcPr/>
                </a:tc>
                <a:extLst>
                  <a:ext uri="{0D108BD9-81ED-4DB2-BD59-A6C34878D82A}">
                    <a16:rowId xmlns:a16="http://schemas.microsoft.com/office/drawing/2014/main" val="448533774"/>
                  </a:ext>
                </a:extLst>
              </a:tr>
            </a:tbl>
          </a:graphicData>
        </a:graphic>
      </p:graphicFrame>
    </p:spTree>
    <p:extLst>
      <p:ext uri="{BB962C8B-B14F-4D97-AF65-F5344CB8AC3E}">
        <p14:creationId xmlns:p14="http://schemas.microsoft.com/office/powerpoint/2010/main" val="1345431436"/>
      </p:ext>
    </p:extLst>
  </p:cSld>
  <p:clrMapOvr>
    <a:masterClrMapping/>
  </p:clrMapOvr>
  <p:transition spd="slow">
    <p:push dir="u"/>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0BD97D-5DDD-8B3E-8FE8-E4A7AB409E0E}"/>
            </a:ext>
          </a:extLst>
        </p:cNvPr>
        <p:cNvGrpSpPr/>
        <p:nvPr/>
      </p:nvGrpSpPr>
      <p:grpSpPr>
        <a:xfrm>
          <a:off x="0" y="0"/>
          <a:ext cx="0" cy="0"/>
          <a:chOff x="0" y="0"/>
          <a:chExt cx="0" cy="0"/>
        </a:xfrm>
      </p:grpSpPr>
      <p:sp>
        <p:nvSpPr>
          <p:cNvPr id="5" name="Rectangle">
            <a:extLst>
              <a:ext uri="{FF2B5EF4-FFF2-40B4-BE49-F238E27FC236}">
                <a16:creationId xmlns:a16="http://schemas.microsoft.com/office/drawing/2014/main" id="{32F0A5F3-0A4F-40D0-3B4A-08E710C0A9D7}"/>
              </a:ext>
            </a:extLst>
          </p:cNvPr>
          <p:cNvSpPr/>
          <p:nvPr/>
        </p:nvSpPr>
        <p:spPr>
          <a:xfrm flipH="1">
            <a:off x="-24000" y="-2"/>
            <a:ext cx="2469463" cy="6858000"/>
          </a:xfrm>
          <a:prstGeom prst="rect">
            <a:avLst/>
          </a:prstGeom>
          <a:solidFill>
            <a:srgbClr val="F28E01"/>
          </a:solidFill>
          <a:ln w="12700">
            <a:miter lim="400000"/>
          </a:ln>
        </p:spPr>
        <p:txBody>
          <a:bodyPr lIns="50800" tIns="50800" rIns="50800" bIns="50800" anchor="ctr"/>
          <a:lstStyle/>
          <a:p>
            <a:pPr defTabSz="1130300">
              <a:defRPr sz="3200">
                <a:solidFill>
                  <a:srgbClr val="FFFFFF"/>
                </a:solidFill>
                <a:latin typeface="Graphik"/>
                <a:ea typeface="Graphik"/>
                <a:cs typeface="Graphik"/>
                <a:sym typeface="Graphik"/>
              </a:defRPr>
            </a:pPr>
            <a:endParaRPr sz="3200" baseline="-25000"/>
          </a:p>
        </p:txBody>
      </p:sp>
      <p:sp>
        <p:nvSpPr>
          <p:cNvPr id="8" name="Rectangle">
            <a:extLst>
              <a:ext uri="{FF2B5EF4-FFF2-40B4-BE49-F238E27FC236}">
                <a16:creationId xmlns:a16="http://schemas.microsoft.com/office/drawing/2014/main" id="{750C6099-01E8-E616-A3A3-98DB962955D2}"/>
              </a:ext>
            </a:extLst>
          </p:cNvPr>
          <p:cNvSpPr/>
          <p:nvPr/>
        </p:nvSpPr>
        <p:spPr>
          <a:xfrm flipH="1">
            <a:off x="11496000" y="1"/>
            <a:ext cx="257907" cy="6858000"/>
          </a:xfrm>
          <a:prstGeom prst="rect">
            <a:avLst/>
          </a:prstGeom>
          <a:solidFill>
            <a:srgbClr val="F28E01"/>
          </a:solidFill>
          <a:ln w="12700">
            <a:miter lim="400000"/>
          </a:ln>
        </p:spPr>
        <p:txBody>
          <a:bodyPr lIns="50800" tIns="50800" rIns="50800" bIns="50800" anchor="ctr"/>
          <a:lstStyle/>
          <a:p>
            <a:pPr defTabSz="1130300">
              <a:defRPr sz="3300">
                <a:solidFill>
                  <a:srgbClr val="FFFFFF"/>
                </a:solidFill>
                <a:latin typeface="Graphik"/>
                <a:ea typeface="Graphik"/>
                <a:cs typeface="Graphik"/>
                <a:sym typeface="Graphik"/>
              </a:defRPr>
            </a:pPr>
            <a:endParaRPr sz="3300"/>
          </a:p>
        </p:txBody>
      </p:sp>
      <p:sp>
        <p:nvSpPr>
          <p:cNvPr id="15" name="Content Placeholder 2">
            <a:extLst>
              <a:ext uri="{FF2B5EF4-FFF2-40B4-BE49-F238E27FC236}">
                <a16:creationId xmlns:a16="http://schemas.microsoft.com/office/drawing/2014/main" id="{3F15EA56-29FC-7ACD-3AB0-BD0B8155984F}"/>
              </a:ext>
            </a:extLst>
          </p:cNvPr>
          <p:cNvSpPr>
            <a:spLocks noGrp="1"/>
          </p:cNvSpPr>
          <p:nvPr>
            <p:ph idx="1"/>
          </p:nvPr>
        </p:nvSpPr>
        <p:spPr>
          <a:xfrm>
            <a:off x="2743199" y="381000"/>
            <a:ext cx="8443337" cy="6172199"/>
          </a:xfrm>
        </p:spPr>
        <p:txBody>
          <a:bodyPr>
            <a:normAutofit/>
          </a:bodyPr>
          <a:lstStyle/>
          <a:p>
            <a:pPr>
              <a:buNone/>
            </a:pPr>
            <a:endParaRPr lang="en-IN" dirty="0"/>
          </a:p>
          <a:p>
            <a:pPr marL="0" indent="0">
              <a:buNone/>
            </a:pPr>
            <a:endParaRPr lang="en-IN" dirty="0"/>
          </a:p>
          <a:p>
            <a:pPr marL="0" indent="0" algn="ctr">
              <a:buNone/>
            </a:pPr>
            <a:endParaRPr lang="en-US" dirty="0"/>
          </a:p>
          <a:p>
            <a:pPr marL="0" indent="0" algn="ctr">
              <a:buNone/>
            </a:pPr>
            <a:endParaRPr lang="en-US" dirty="0"/>
          </a:p>
          <a:p>
            <a:pPr marL="0" indent="0" algn="ctr">
              <a:buNone/>
            </a:pPr>
            <a:endParaRPr lang="en-US" dirty="0"/>
          </a:p>
          <a:p>
            <a:pPr marL="0" indent="0" algn="ctr">
              <a:buNone/>
            </a:pPr>
            <a:r>
              <a:rPr lang="en-US" sz="5400" b="1" dirty="0"/>
              <a:t>6. </a:t>
            </a:r>
            <a:r>
              <a:rPr lang="en-IN" sz="5400" b="1" dirty="0"/>
              <a:t>PROJECT DESIGN</a:t>
            </a:r>
          </a:p>
        </p:txBody>
      </p:sp>
    </p:spTree>
    <p:extLst>
      <p:ext uri="{BB962C8B-B14F-4D97-AF65-F5344CB8AC3E}">
        <p14:creationId xmlns:p14="http://schemas.microsoft.com/office/powerpoint/2010/main" val="242719273"/>
      </p:ext>
    </p:extLst>
  </p:cSld>
  <p:clrMapOvr>
    <a:masterClrMapping/>
  </p:clrMapOvr>
  <p:transition spd="med">
    <p:pull/>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A4F9C6-B4A2-78DB-EDFB-5C4A50F68831}"/>
            </a:ext>
          </a:extLst>
        </p:cNvPr>
        <p:cNvGrpSpPr/>
        <p:nvPr/>
      </p:nvGrpSpPr>
      <p:grpSpPr>
        <a:xfrm>
          <a:off x="0" y="0"/>
          <a:ext cx="0" cy="0"/>
          <a:chOff x="0" y="0"/>
          <a:chExt cx="0" cy="0"/>
        </a:xfrm>
      </p:grpSpPr>
      <p:sp>
        <p:nvSpPr>
          <p:cNvPr id="5" name="Rectangle">
            <a:extLst>
              <a:ext uri="{FF2B5EF4-FFF2-40B4-BE49-F238E27FC236}">
                <a16:creationId xmlns:a16="http://schemas.microsoft.com/office/drawing/2014/main" id="{67F46711-8968-2F12-2C8F-7DC27E41DCCD}"/>
              </a:ext>
            </a:extLst>
          </p:cNvPr>
          <p:cNvSpPr/>
          <p:nvPr/>
        </p:nvSpPr>
        <p:spPr>
          <a:xfrm flipH="1">
            <a:off x="-24000" y="-2"/>
            <a:ext cx="2469463" cy="6858000"/>
          </a:xfrm>
          <a:prstGeom prst="rect">
            <a:avLst/>
          </a:prstGeom>
          <a:solidFill>
            <a:srgbClr val="F28E01"/>
          </a:solidFill>
          <a:ln w="12700">
            <a:miter lim="400000"/>
          </a:ln>
        </p:spPr>
        <p:txBody>
          <a:bodyPr lIns="50800" tIns="50800" rIns="50800" bIns="50800" anchor="ctr"/>
          <a:lstStyle/>
          <a:p>
            <a:pPr defTabSz="1130300">
              <a:defRPr sz="3200">
                <a:solidFill>
                  <a:srgbClr val="FFFFFF"/>
                </a:solidFill>
                <a:latin typeface="Graphik"/>
                <a:ea typeface="Graphik"/>
                <a:cs typeface="Graphik"/>
                <a:sym typeface="Graphik"/>
              </a:defRPr>
            </a:pPr>
            <a:endParaRPr sz="3200" baseline="-25000"/>
          </a:p>
        </p:txBody>
      </p:sp>
      <p:sp>
        <p:nvSpPr>
          <p:cNvPr id="8" name="Rectangle">
            <a:extLst>
              <a:ext uri="{FF2B5EF4-FFF2-40B4-BE49-F238E27FC236}">
                <a16:creationId xmlns:a16="http://schemas.microsoft.com/office/drawing/2014/main" id="{91F719F3-BEB6-FAB1-1B8A-3BEF2A5A4856}"/>
              </a:ext>
            </a:extLst>
          </p:cNvPr>
          <p:cNvSpPr/>
          <p:nvPr/>
        </p:nvSpPr>
        <p:spPr>
          <a:xfrm flipH="1">
            <a:off x="11496000" y="1"/>
            <a:ext cx="257907" cy="6858000"/>
          </a:xfrm>
          <a:prstGeom prst="rect">
            <a:avLst/>
          </a:prstGeom>
          <a:solidFill>
            <a:srgbClr val="F28E01"/>
          </a:solidFill>
          <a:ln w="12700">
            <a:miter lim="400000"/>
          </a:ln>
        </p:spPr>
        <p:txBody>
          <a:bodyPr lIns="50800" tIns="50800" rIns="50800" bIns="50800" anchor="ctr"/>
          <a:lstStyle/>
          <a:p>
            <a:pPr defTabSz="1130300">
              <a:defRPr sz="3300">
                <a:solidFill>
                  <a:srgbClr val="FFFFFF"/>
                </a:solidFill>
                <a:latin typeface="Graphik"/>
                <a:ea typeface="Graphik"/>
                <a:cs typeface="Graphik"/>
                <a:sym typeface="Graphik"/>
              </a:defRPr>
            </a:pPr>
            <a:endParaRPr sz="3300"/>
          </a:p>
        </p:txBody>
      </p:sp>
      <p:sp>
        <p:nvSpPr>
          <p:cNvPr id="14" name="Title 1">
            <a:extLst>
              <a:ext uri="{FF2B5EF4-FFF2-40B4-BE49-F238E27FC236}">
                <a16:creationId xmlns:a16="http://schemas.microsoft.com/office/drawing/2014/main" id="{79589A74-6FCE-6AD5-8F4E-2456D763AA52}"/>
              </a:ext>
            </a:extLst>
          </p:cNvPr>
          <p:cNvSpPr>
            <a:spLocks noGrp="1"/>
          </p:cNvSpPr>
          <p:nvPr>
            <p:ph type="title"/>
          </p:nvPr>
        </p:nvSpPr>
        <p:spPr>
          <a:xfrm>
            <a:off x="2514600" y="152400"/>
            <a:ext cx="8839200" cy="1143000"/>
          </a:xfrm>
        </p:spPr>
        <p:txBody>
          <a:bodyPr>
            <a:normAutofit fontScale="90000"/>
          </a:bodyPr>
          <a:lstStyle/>
          <a:p>
            <a:pPr algn="ctr"/>
            <a:r>
              <a:rPr lang="en-IN" dirty="0"/>
              <a:t>Details of Project Modules Identified</a:t>
            </a:r>
          </a:p>
        </p:txBody>
      </p:sp>
      <p:sp>
        <p:nvSpPr>
          <p:cNvPr id="15" name="Content Placeholder 2">
            <a:extLst>
              <a:ext uri="{FF2B5EF4-FFF2-40B4-BE49-F238E27FC236}">
                <a16:creationId xmlns:a16="http://schemas.microsoft.com/office/drawing/2014/main" id="{03D5835D-5861-5450-23E7-BEDC2F80BDFD}"/>
              </a:ext>
            </a:extLst>
          </p:cNvPr>
          <p:cNvSpPr>
            <a:spLocks noGrp="1"/>
          </p:cNvSpPr>
          <p:nvPr>
            <p:ph idx="1"/>
          </p:nvPr>
        </p:nvSpPr>
        <p:spPr>
          <a:xfrm>
            <a:off x="2587663" y="1524000"/>
            <a:ext cx="8766137" cy="5181600"/>
          </a:xfrm>
        </p:spPr>
        <p:txBody>
          <a:bodyPr>
            <a:normAutofit/>
          </a:bodyPr>
          <a:lstStyle/>
          <a:p>
            <a:pPr>
              <a:buNone/>
            </a:pPr>
            <a:endParaRPr lang="en-IN" dirty="0"/>
          </a:p>
          <a:p>
            <a:pPr marL="0" indent="0">
              <a:buNone/>
            </a:pPr>
            <a:endParaRPr lang="en-US" dirty="0"/>
          </a:p>
          <a:p>
            <a:pPr>
              <a:buNone/>
            </a:pPr>
            <a:endParaRPr lang="en-US" dirty="0"/>
          </a:p>
          <a:p>
            <a:pPr>
              <a:buNone/>
            </a:pPr>
            <a:endParaRPr lang="en-US" dirty="0"/>
          </a:p>
          <a:p>
            <a:pPr>
              <a:buNone/>
            </a:pPr>
            <a:endParaRPr lang="en-US" dirty="0"/>
          </a:p>
          <a:p>
            <a:pPr>
              <a:buNone/>
            </a:pPr>
            <a:endParaRPr lang="en-US" dirty="0"/>
          </a:p>
          <a:p>
            <a:pPr>
              <a:buNone/>
            </a:pPr>
            <a:endParaRPr lang="en-US" dirty="0"/>
          </a:p>
        </p:txBody>
      </p:sp>
      <p:graphicFrame>
        <p:nvGraphicFramePr>
          <p:cNvPr id="2" name="Table 1">
            <a:extLst>
              <a:ext uri="{FF2B5EF4-FFF2-40B4-BE49-F238E27FC236}">
                <a16:creationId xmlns:a16="http://schemas.microsoft.com/office/drawing/2014/main" id="{D6F5E49C-7F62-3CFC-7FF9-EF05DAFF707C}"/>
              </a:ext>
            </a:extLst>
          </p:cNvPr>
          <p:cNvGraphicFramePr>
            <a:graphicFrameLocks noGrp="1"/>
          </p:cNvGraphicFramePr>
          <p:nvPr>
            <p:extLst>
              <p:ext uri="{D42A27DB-BD31-4B8C-83A1-F6EECF244321}">
                <p14:modId xmlns:p14="http://schemas.microsoft.com/office/powerpoint/2010/main" val="1454952404"/>
              </p:ext>
            </p:extLst>
          </p:nvPr>
        </p:nvGraphicFramePr>
        <p:xfrm>
          <a:off x="2584038" y="1194344"/>
          <a:ext cx="8867788" cy="6126480"/>
        </p:xfrm>
        <a:graphic>
          <a:graphicData uri="http://schemas.openxmlformats.org/drawingml/2006/table">
            <a:tbl>
              <a:tblPr firstRow="1" bandRow="1">
                <a:tableStyleId>{5C22544A-7EE6-4342-B048-85BDC9FD1C3A}</a:tableStyleId>
              </a:tblPr>
              <a:tblGrid>
                <a:gridCol w="1690694">
                  <a:extLst>
                    <a:ext uri="{9D8B030D-6E8A-4147-A177-3AD203B41FA5}">
                      <a16:colId xmlns:a16="http://schemas.microsoft.com/office/drawing/2014/main" val="4262602945"/>
                    </a:ext>
                  </a:extLst>
                </a:gridCol>
                <a:gridCol w="2743200">
                  <a:extLst>
                    <a:ext uri="{9D8B030D-6E8A-4147-A177-3AD203B41FA5}">
                      <a16:colId xmlns:a16="http://schemas.microsoft.com/office/drawing/2014/main" val="3556121171"/>
                    </a:ext>
                  </a:extLst>
                </a:gridCol>
                <a:gridCol w="2216947">
                  <a:extLst>
                    <a:ext uri="{9D8B030D-6E8A-4147-A177-3AD203B41FA5}">
                      <a16:colId xmlns:a16="http://schemas.microsoft.com/office/drawing/2014/main" val="1405827662"/>
                    </a:ext>
                  </a:extLst>
                </a:gridCol>
                <a:gridCol w="2216947">
                  <a:extLst>
                    <a:ext uri="{9D8B030D-6E8A-4147-A177-3AD203B41FA5}">
                      <a16:colId xmlns:a16="http://schemas.microsoft.com/office/drawing/2014/main" val="2223955088"/>
                    </a:ext>
                  </a:extLst>
                </a:gridCol>
              </a:tblGrid>
              <a:tr h="831954">
                <a:tc>
                  <a:txBody>
                    <a:bodyPr/>
                    <a:lstStyle/>
                    <a:p>
                      <a:pPr algn="ctr"/>
                      <a:r>
                        <a:rPr lang="en-IN" dirty="0"/>
                        <a:t>Project Module Number</a:t>
                      </a:r>
                    </a:p>
                  </a:txBody>
                  <a:tcPr/>
                </a:tc>
                <a:tc>
                  <a:txBody>
                    <a:bodyPr/>
                    <a:lstStyle/>
                    <a:p>
                      <a:pPr algn="ctr"/>
                      <a:r>
                        <a:rPr lang="en-IN" dirty="0"/>
                        <a:t>Project Module Name</a:t>
                      </a:r>
                    </a:p>
                  </a:txBody>
                  <a:tcPr/>
                </a:tc>
                <a:tc>
                  <a:txBody>
                    <a:bodyPr/>
                    <a:lstStyle/>
                    <a:p>
                      <a:pPr algn="ctr"/>
                      <a:r>
                        <a:rPr lang="en-IN" dirty="0"/>
                        <a:t>Functional Requirement achieved</a:t>
                      </a:r>
                    </a:p>
                  </a:txBody>
                  <a:tcPr/>
                </a:tc>
                <a:tc>
                  <a:txBody>
                    <a:bodyPr/>
                    <a:lstStyle/>
                    <a:p>
                      <a:pPr algn="ctr"/>
                      <a:r>
                        <a:rPr lang="en-IN" dirty="0"/>
                        <a:t>Project Objective Achieved</a:t>
                      </a:r>
                    </a:p>
                  </a:txBody>
                  <a:tcPr/>
                </a:tc>
                <a:extLst>
                  <a:ext uri="{0D108BD9-81ED-4DB2-BD59-A6C34878D82A}">
                    <a16:rowId xmlns:a16="http://schemas.microsoft.com/office/drawing/2014/main" val="200952263"/>
                  </a:ext>
                </a:extLst>
              </a:tr>
              <a:tr h="1331127">
                <a:tc>
                  <a:txBody>
                    <a:bodyPr/>
                    <a:lstStyle/>
                    <a:p>
                      <a:pPr algn="ctr"/>
                      <a:r>
                        <a:rPr lang="en-US" dirty="0"/>
                        <a:t>Module 1</a:t>
                      </a:r>
                      <a:endParaRPr lang="en-IN" dirty="0"/>
                    </a:p>
                  </a:txBody>
                  <a:tcPr/>
                </a:tc>
                <a:tc>
                  <a:txBody>
                    <a:bodyPr/>
                    <a:lstStyle/>
                    <a:p>
                      <a:r>
                        <a:rPr lang="en-US" dirty="0"/>
                        <a:t>Traffic Flow Simulation Module</a:t>
                      </a:r>
                      <a:endParaRPr lang="en-IN" dirty="0"/>
                    </a:p>
                  </a:txBody>
                  <a:tcPr/>
                </a:tc>
                <a:tc>
                  <a:txBody>
                    <a:bodyPr/>
                    <a:lstStyle/>
                    <a:p>
                      <a:r>
                        <a:rPr lang="en-US" dirty="0"/>
                        <a:t>• Visual 3-way junction simulation</a:t>
                      </a:r>
                      <a:br>
                        <a:rPr lang="en-US" dirty="0"/>
                      </a:br>
                      <a:r>
                        <a:rPr lang="en-US" dirty="0"/>
                        <a:t>• Lane-wise vehicle counting</a:t>
                      </a:r>
                      <a:br>
                        <a:rPr lang="en-US" dirty="0"/>
                      </a:br>
                      <a:r>
                        <a:rPr lang="en-US" dirty="0"/>
                        <a:t>• Phase visualization</a:t>
                      </a:r>
                      <a:endParaRPr lang="en-IN" dirty="0"/>
                    </a:p>
                  </a:txBody>
                  <a:tcPr/>
                </a:tc>
                <a:tc>
                  <a:txBody>
                    <a:bodyPr/>
                    <a:lstStyle/>
                    <a:p>
                      <a:r>
                        <a:rPr lang="en-US" dirty="0"/>
                        <a:t>• Understand traffic density patterns</a:t>
                      </a:r>
                      <a:br>
                        <a:rPr lang="en-US" dirty="0"/>
                      </a:br>
                      <a:r>
                        <a:rPr lang="en-US" dirty="0"/>
                        <a:t>• Validate phase timing logic</a:t>
                      </a:r>
                      <a:endParaRPr lang="en-IN" dirty="0"/>
                    </a:p>
                  </a:txBody>
                  <a:tcPr/>
                </a:tc>
                <a:extLst>
                  <a:ext uri="{0D108BD9-81ED-4DB2-BD59-A6C34878D82A}">
                    <a16:rowId xmlns:a16="http://schemas.microsoft.com/office/drawing/2014/main" val="876778477"/>
                  </a:ext>
                </a:extLst>
              </a:tr>
              <a:tr h="1331127">
                <a:tc>
                  <a:txBody>
                    <a:bodyPr/>
                    <a:lstStyle/>
                    <a:p>
                      <a:pPr algn="ctr"/>
                      <a:r>
                        <a:rPr lang="en-US" dirty="0"/>
                        <a:t>Module 2</a:t>
                      </a:r>
                      <a:endParaRPr lang="en-IN" dirty="0"/>
                    </a:p>
                  </a:txBody>
                  <a:tcPr/>
                </a:tc>
                <a:tc>
                  <a:txBody>
                    <a:bodyPr/>
                    <a:lstStyle/>
                    <a:p>
                      <a:r>
                        <a:rPr lang="en-US" dirty="0"/>
                        <a:t>Hardware Traffic Light Control Module</a:t>
                      </a:r>
                      <a:endParaRPr lang="en-IN" dirty="0"/>
                    </a:p>
                  </a:txBody>
                  <a:tcPr/>
                </a:tc>
                <a:tc>
                  <a:txBody>
                    <a:bodyPr/>
                    <a:lstStyle/>
                    <a:p>
                      <a:r>
                        <a:rPr lang="en-US" dirty="0"/>
                        <a:t>• Dynamic signal switching</a:t>
                      </a:r>
                      <a:br>
                        <a:rPr lang="en-US" dirty="0"/>
                      </a:br>
                      <a:r>
                        <a:rPr lang="en-US" dirty="0"/>
                        <a:t>• OLED status display</a:t>
                      </a:r>
                      <a:br>
                        <a:rPr lang="en-US" dirty="0"/>
                      </a:br>
                      <a:r>
                        <a:rPr lang="en-US" dirty="0"/>
                        <a:t>• Lane-wise LED control</a:t>
                      </a:r>
                      <a:endParaRPr lang="en-IN" dirty="0"/>
                    </a:p>
                  </a:txBody>
                  <a:tcPr/>
                </a:tc>
                <a:tc>
                  <a:txBody>
                    <a:bodyPr/>
                    <a:lstStyle/>
                    <a:p>
                      <a:r>
                        <a:rPr lang="en-US" dirty="0"/>
                        <a:t>• Achieve reliable signal automation</a:t>
                      </a:r>
                      <a:br>
                        <a:rPr lang="en-US" dirty="0"/>
                      </a:br>
                      <a:r>
                        <a:rPr lang="en-US" dirty="0"/>
                        <a:t>• Provide real-time junction visualization</a:t>
                      </a:r>
                      <a:endParaRPr lang="en-IN" dirty="0"/>
                    </a:p>
                  </a:txBody>
                  <a:tcPr/>
                </a:tc>
                <a:extLst>
                  <a:ext uri="{0D108BD9-81ED-4DB2-BD59-A6C34878D82A}">
                    <a16:rowId xmlns:a16="http://schemas.microsoft.com/office/drawing/2014/main" val="1013137549"/>
                  </a:ext>
                </a:extLst>
              </a:tr>
              <a:tr h="1580713">
                <a:tc>
                  <a:txBody>
                    <a:bodyPr/>
                    <a:lstStyle/>
                    <a:p>
                      <a:pPr algn="ctr"/>
                      <a:r>
                        <a:rPr lang="en-US" dirty="0"/>
                        <a:t>Module 3</a:t>
                      </a:r>
                      <a:endParaRPr lang="en-IN" dirty="0"/>
                    </a:p>
                  </a:txBody>
                  <a:tcPr/>
                </a:tc>
                <a:tc>
                  <a:txBody>
                    <a:bodyPr/>
                    <a:lstStyle/>
                    <a:p>
                      <a:r>
                        <a:rPr lang="en-US" dirty="0"/>
                        <a:t>Emergency Override &amp; Adaptive Logic Module</a:t>
                      </a:r>
                      <a:endParaRPr lang="en-IN" dirty="0"/>
                    </a:p>
                  </a:txBody>
                  <a:tcPr/>
                </a:tc>
                <a:tc>
                  <a:txBody>
                    <a:bodyPr/>
                    <a:lstStyle/>
                    <a:p>
                      <a:r>
                        <a:rPr lang="en-US" dirty="0"/>
                        <a:t>• Emergency mode handling</a:t>
                      </a:r>
                      <a:br>
                        <a:rPr lang="en-US" dirty="0"/>
                      </a:br>
                      <a:r>
                        <a:rPr lang="en-US" dirty="0"/>
                        <a:t>• Automatic prioritization</a:t>
                      </a:r>
                      <a:br>
                        <a:rPr lang="en-US" dirty="0"/>
                      </a:br>
                      <a:r>
                        <a:rPr lang="en-US" dirty="0"/>
                        <a:t>• Adaptive timing logic</a:t>
                      </a:r>
                      <a:endParaRPr lang="en-IN" dirty="0"/>
                    </a:p>
                  </a:txBody>
                  <a:tcPr/>
                </a:tc>
                <a:tc>
                  <a:txBody>
                    <a:bodyPr/>
                    <a:lstStyle/>
                    <a:p>
                      <a:r>
                        <a:rPr lang="en-US" dirty="0"/>
                        <a:t>• Ensure fast ambulance clearance</a:t>
                      </a:r>
                      <a:br>
                        <a:rPr lang="en-US" dirty="0"/>
                      </a:br>
                      <a:r>
                        <a:rPr lang="en-US" dirty="0"/>
                        <a:t>• Reduce congestion using adaptive control</a:t>
                      </a:r>
                      <a:endParaRPr lang="en-IN" dirty="0"/>
                    </a:p>
                  </a:txBody>
                  <a:tcPr/>
                </a:tc>
                <a:extLst>
                  <a:ext uri="{0D108BD9-81ED-4DB2-BD59-A6C34878D82A}">
                    <a16:rowId xmlns:a16="http://schemas.microsoft.com/office/drawing/2014/main" val="4089628653"/>
                  </a:ext>
                </a:extLst>
              </a:tr>
            </a:tbl>
          </a:graphicData>
        </a:graphic>
      </p:graphicFrame>
    </p:spTree>
    <p:extLst>
      <p:ext uri="{BB962C8B-B14F-4D97-AF65-F5344CB8AC3E}">
        <p14:creationId xmlns:p14="http://schemas.microsoft.com/office/powerpoint/2010/main" val="297528370"/>
      </p:ext>
    </p:extLst>
  </p:cSld>
  <p:clrMapOvr>
    <a:masterClrMapping/>
  </p:clrMapOvr>
  <p:transition spd="slow">
    <p:push dir="u"/>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10797B-7E2F-AE26-8984-2DF162A3596C}"/>
            </a:ext>
          </a:extLst>
        </p:cNvPr>
        <p:cNvGrpSpPr/>
        <p:nvPr/>
      </p:nvGrpSpPr>
      <p:grpSpPr>
        <a:xfrm>
          <a:off x="0" y="0"/>
          <a:ext cx="0" cy="0"/>
          <a:chOff x="0" y="0"/>
          <a:chExt cx="0" cy="0"/>
        </a:xfrm>
      </p:grpSpPr>
      <p:sp>
        <p:nvSpPr>
          <p:cNvPr id="5" name="Rectangle">
            <a:extLst>
              <a:ext uri="{FF2B5EF4-FFF2-40B4-BE49-F238E27FC236}">
                <a16:creationId xmlns:a16="http://schemas.microsoft.com/office/drawing/2014/main" id="{93CAD38F-1E73-E4E9-52DC-3360F3F7004D}"/>
              </a:ext>
            </a:extLst>
          </p:cNvPr>
          <p:cNvSpPr/>
          <p:nvPr/>
        </p:nvSpPr>
        <p:spPr>
          <a:xfrm flipH="1">
            <a:off x="-24000" y="-2"/>
            <a:ext cx="2469463" cy="6858000"/>
          </a:xfrm>
          <a:prstGeom prst="rect">
            <a:avLst/>
          </a:prstGeom>
          <a:solidFill>
            <a:srgbClr val="F28E01"/>
          </a:solidFill>
          <a:ln w="12700">
            <a:miter lim="400000"/>
          </a:ln>
        </p:spPr>
        <p:txBody>
          <a:bodyPr lIns="50800" tIns="50800" rIns="50800" bIns="50800" anchor="ctr"/>
          <a:lstStyle/>
          <a:p>
            <a:pPr defTabSz="1130300">
              <a:defRPr sz="3200">
                <a:solidFill>
                  <a:srgbClr val="FFFFFF"/>
                </a:solidFill>
                <a:latin typeface="Graphik"/>
                <a:ea typeface="Graphik"/>
                <a:cs typeface="Graphik"/>
                <a:sym typeface="Graphik"/>
              </a:defRPr>
            </a:pPr>
            <a:endParaRPr sz="3200" baseline="-25000"/>
          </a:p>
        </p:txBody>
      </p:sp>
      <p:sp>
        <p:nvSpPr>
          <p:cNvPr id="8" name="Rectangle">
            <a:extLst>
              <a:ext uri="{FF2B5EF4-FFF2-40B4-BE49-F238E27FC236}">
                <a16:creationId xmlns:a16="http://schemas.microsoft.com/office/drawing/2014/main" id="{966E30D5-F918-7A5E-24E3-53480FCE3E2C}"/>
              </a:ext>
            </a:extLst>
          </p:cNvPr>
          <p:cNvSpPr/>
          <p:nvPr/>
        </p:nvSpPr>
        <p:spPr>
          <a:xfrm flipH="1">
            <a:off x="11496000" y="1"/>
            <a:ext cx="257907" cy="6858000"/>
          </a:xfrm>
          <a:prstGeom prst="rect">
            <a:avLst/>
          </a:prstGeom>
          <a:solidFill>
            <a:srgbClr val="F28E01"/>
          </a:solidFill>
          <a:ln w="12700">
            <a:miter lim="400000"/>
          </a:ln>
        </p:spPr>
        <p:txBody>
          <a:bodyPr lIns="50800" tIns="50800" rIns="50800" bIns="50800" anchor="ctr"/>
          <a:lstStyle/>
          <a:p>
            <a:pPr defTabSz="1130300">
              <a:defRPr sz="3300">
                <a:solidFill>
                  <a:srgbClr val="FFFFFF"/>
                </a:solidFill>
                <a:latin typeface="Graphik"/>
                <a:ea typeface="Graphik"/>
                <a:cs typeface="Graphik"/>
                <a:sym typeface="Graphik"/>
              </a:defRPr>
            </a:pPr>
            <a:endParaRPr sz="3300"/>
          </a:p>
        </p:txBody>
      </p:sp>
      <p:sp>
        <p:nvSpPr>
          <p:cNvPr id="14" name="Title 1">
            <a:extLst>
              <a:ext uri="{FF2B5EF4-FFF2-40B4-BE49-F238E27FC236}">
                <a16:creationId xmlns:a16="http://schemas.microsoft.com/office/drawing/2014/main" id="{1EDE1748-471D-CAE7-5BB1-95EE827C010C}"/>
              </a:ext>
            </a:extLst>
          </p:cNvPr>
          <p:cNvSpPr>
            <a:spLocks noGrp="1"/>
          </p:cNvSpPr>
          <p:nvPr>
            <p:ph type="title"/>
          </p:nvPr>
        </p:nvSpPr>
        <p:spPr>
          <a:xfrm>
            <a:off x="2514600" y="152400"/>
            <a:ext cx="8839200" cy="1143000"/>
          </a:xfrm>
        </p:spPr>
        <p:txBody>
          <a:bodyPr>
            <a:normAutofit/>
          </a:bodyPr>
          <a:lstStyle/>
          <a:p>
            <a:pPr algn="ctr"/>
            <a:r>
              <a:rPr lang="en-IN" dirty="0"/>
              <a:t>PROJECT MODULE:</a:t>
            </a:r>
          </a:p>
        </p:txBody>
      </p:sp>
      <p:sp>
        <p:nvSpPr>
          <p:cNvPr id="15" name="Content Placeholder 2">
            <a:extLst>
              <a:ext uri="{FF2B5EF4-FFF2-40B4-BE49-F238E27FC236}">
                <a16:creationId xmlns:a16="http://schemas.microsoft.com/office/drawing/2014/main" id="{173B6078-8CE4-8D04-BFA3-8A6C1E2EE20B}"/>
              </a:ext>
            </a:extLst>
          </p:cNvPr>
          <p:cNvSpPr>
            <a:spLocks noGrp="1"/>
          </p:cNvSpPr>
          <p:nvPr>
            <p:ph idx="1"/>
          </p:nvPr>
        </p:nvSpPr>
        <p:spPr>
          <a:xfrm>
            <a:off x="2587663" y="1524000"/>
            <a:ext cx="8766137" cy="5181600"/>
          </a:xfrm>
        </p:spPr>
        <p:txBody>
          <a:bodyPr>
            <a:normAutofit/>
          </a:bodyPr>
          <a:lstStyle/>
          <a:p>
            <a:pPr>
              <a:buFont typeface="Wingdings" panose="05000000000000000000" pitchFamily="2" charset="2"/>
              <a:buChar char="Ø"/>
            </a:pPr>
            <a:r>
              <a:rPr lang="en-US" b="1" dirty="0"/>
              <a:t>Functional Requirements Achieved</a:t>
            </a:r>
          </a:p>
          <a:p>
            <a:pPr marL="0" indent="0">
              <a:buNone/>
            </a:pPr>
            <a:endParaRPr lang="en-US" b="1" dirty="0"/>
          </a:p>
          <a:p>
            <a:pPr lvl="1"/>
            <a:r>
              <a:rPr lang="en-US" dirty="0"/>
              <a:t>Handles ESP32 </a:t>
            </a:r>
            <a:r>
              <a:rPr lang="en-US" dirty="0" err="1"/>
              <a:t>WiFi</a:t>
            </a:r>
            <a:r>
              <a:rPr lang="en-US" dirty="0"/>
              <a:t> initialization</a:t>
            </a:r>
          </a:p>
          <a:p>
            <a:pPr lvl="1"/>
            <a:r>
              <a:rPr lang="en-US" dirty="0"/>
              <a:t>Serves web dashboard UI (HTML/CSS/JS)</a:t>
            </a:r>
          </a:p>
          <a:p>
            <a:pPr lvl="1"/>
            <a:r>
              <a:rPr lang="en-US" dirty="0"/>
              <a:t>Accepts user timer inputs for each direction</a:t>
            </a:r>
          </a:p>
          <a:p>
            <a:pPr lvl="1"/>
            <a:r>
              <a:rPr lang="en-US" dirty="0"/>
              <a:t>Updates traffic signal durations dynamically</a:t>
            </a:r>
          </a:p>
          <a:p>
            <a:pPr lvl="1"/>
            <a:r>
              <a:rPr lang="en-US" dirty="0"/>
              <a:t>Runs Auto Mode (Green → Yellow → Red)</a:t>
            </a:r>
          </a:p>
          <a:p>
            <a:pPr lvl="1"/>
            <a:r>
              <a:rPr lang="en-US" dirty="0"/>
              <a:t>Manages Emergency Override mode</a:t>
            </a:r>
          </a:p>
          <a:p>
            <a:pPr lvl="1"/>
            <a:r>
              <a:rPr lang="en-US" dirty="0"/>
              <a:t>Transmits real-time status through REST API (/status)</a:t>
            </a:r>
          </a:p>
          <a:p>
            <a:pPr lvl="1"/>
            <a:r>
              <a:rPr lang="en-US" dirty="0"/>
              <a:t>Controls LEDs for R/Y/G via GPIO pins</a:t>
            </a:r>
          </a:p>
          <a:p>
            <a:pPr lvl="1"/>
            <a:r>
              <a:rPr lang="en-US" dirty="0"/>
              <a:t>Updates OLED display with timer + active direction</a:t>
            </a:r>
          </a:p>
        </p:txBody>
      </p:sp>
    </p:spTree>
    <p:extLst>
      <p:ext uri="{BB962C8B-B14F-4D97-AF65-F5344CB8AC3E}">
        <p14:creationId xmlns:p14="http://schemas.microsoft.com/office/powerpoint/2010/main" val="3884624122"/>
      </p:ext>
    </p:extLst>
  </p:cSld>
  <p:clrMapOvr>
    <a:masterClrMapping/>
  </p:clrMapOvr>
  <p:transition spd="slow">
    <p:push dir="u"/>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A39E6E-4E0B-80EA-F92F-3DEE63D53734}"/>
            </a:ext>
          </a:extLst>
        </p:cNvPr>
        <p:cNvGrpSpPr/>
        <p:nvPr/>
      </p:nvGrpSpPr>
      <p:grpSpPr>
        <a:xfrm>
          <a:off x="0" y="0"/>
          <a:ext cx="0" cy="0"/>
          <a:chOff x="0" y="0"/>
          <a:chExt cx="0" cy="0"/>
        </a:xfrm>
      </p:grpSpPr>
      <p:sp>
        <p:nvSpPr>
          <p:cNvPr id="5" name="Rectangle">
            <a:extLst>
              <a:ext uri="{FF2B5EF4-FFF2-40B4-BE49-F238E27FC236}">
                <a16:creationId xmlns:a16="http://schemas.microsoft.com/office/drawing/2014/main" id="{B32D72F0-B8A4-4AC9-6F0A-70F19F5A3B55}"/>
              </a:ext>
            </a:extLst>
          </p:cNvPr>
          <p:cNvSpPr/>
          <p:nvPr/>
        </p:nvSpPr>
        <p:spPr>
          <a:xfrm flipH="1">
            <a:off x="-24000" y="-2"/>
            <a:ext cx="2469463" cy="6858000"/>
          </a:xfrm>
          <a:prstGeom prst="rect">
            <a:avLst/>
          </a:prstGeom>
          <a:solidFill>
            <a:srgbClr val="F28E01"/>
          </a:solidFill>
          <a:ln w="12700">
            <a:miter lim="400000"/>
          </a:ln>
        </p:spPr>
        <p:txBody>
          <a:bodyPr lIns="50800" tIns="50800" rIns="50800" bIns="50800" anchor="ctr"/>
          <a:lstStyle/>
          <a:p>
            <a:pPr defTabSz="1130300">
              <a:defRPr sz="3200">
                <a:solidFill>
                  <a:srgbClr val="FFFFFF"/>
                </a:solidFill>
                <a:latin typeface="Graphik"/>
                <a:ea typeface="Graphik"/>
                <a:cs typeface="Graphik"/>
                <a:sym typeface="Graphik"/>
              </a:defRPr>
            </a:pPr>
            <a:endParaRPr sz="3200" baseline="-25000"/>
          </a:p>
        </p:txBody>
      </p:sp>
      <p:sp>
        <p:nvSpPr>
          <p:cNvPr id="8" name="Rectangle">
            <a:extLst>
              <a:ext uri="{FF2B5EF4-FFF2-40B4-BE49-F238E27FC236}">
                <a16:creationId xmlns:a16="http://schemas.microsoft.com/office/drawing/2014/main" id="{D0E95D56-18CB-9D12-FA49-3BDFA0D05CB2}"/>
              </a:ext>
            </a:extLst>
          </p:cNvPr>
          <p:cNvSpPr/>
          <p:nvPr/>
        </p:nvSpPr>
        <p:spPr>
          <a:xfrm flipH="1">
            <a:off x="11496000" y="1"/>
            <a:ext cx="257907" cy="6858000"/>
          </a:xfrm>
          <a:prstGeom prst="rect">
            <a:avLst/>
          </a:prstGeom>
          <a:solidFill>
            <a:srgbClr val="F28E01"/>
          </a:solidFill>
          <a:ln w="12700">
            <a:miter lim="400000"/>
          </a:ln>
        </p:spPr>
        <p:txBody>
          <a:bodyPr lIns="50800" tIns="50800" rIns="50800" bIns="50800" anchor="ctr"/>
          <a:lstStyle/>
          <a:p>
            <a:pPr defTabSz="1130300">
              <a:defRPr sz="3300">
                <a:solidFill>
                  <a:srgbClr val="FFFFFF"/>
                </a:solidFill>
                <a:latin typeface="Graphik"/>
                <a:ea typeface="Graphik"/>
                <a:cs typeface="Graphik"/>
                <a:sym typeface="Graphik"/>
              </a:defRPr>
            </a:pPr>
            <a:endParaRPr sz="3300"/>
          </a:p>
        </p:txBody>
      </p:sp>
      <p:sp>
        <p:nvSpPr>
          <p:cNvPr id="14" name="Title 1">
            <a:extLst>
              <a:ext uri="{FF2B5EF4-FFF2-40B4-BE49-F238E27FC236}">
                <a16:creationId xmlns:a16="http://schemas.microsoft.com/office/drawing/2014/main" id="{D6CB94DE-C082-8997-3FA7-053D5BF1F196}"/>
              </a:ext>
            </a:extLst>
          </p:cNvPr>
          <p:cNvSpPr>
            <a:spLocks noGrp="1"/>
          </p:cNvSpPr>
          <p:nvPr>
            <p:ph type="title"/>
          </p:nvPr>
        </p:nvSpPr>
        <p:spPr>
          <a:xfrm>
            <a:off x="2514600" y="152400"/>
            <a:ext cx="8839200" cy="1143000"/>
          </a:xfrm>
        </p:spPr>
        <p:txBody>
          <a:bodyPr>
            <a:normAutofit/>
          </a:bodyPr>
          <a:lstStyle/>
          <a:p>
            <a:pPr algn="ctr"/>
            <a:r>
              <a:rPr lang="en-IN" dirty="0"/>
              <a:t>PROJECT MODULE-1:</a:t>
            </a:r>
          </a:p>
        </p:txBody>
      </p:sp>
      <p:sp>
        <p:nvSpPr>
          <p:cNvPr id="15" name="Content Placeholder 2">
            <a:extLst>
              <a:ext uri="{FF2B5EF4-FFF2-40B4-BE49-F238E27FC236}">
                <a16:creationId xmlns:a16="http://schemas.microsoft.com/office/drawing/2014/main" id="{D3D04CD5-B2EB-9B56-FC3D-52702F890C41}"/>
              </a:ext>
            </a:extLst>
          </p:cNvPr>
          <p:cNvSpPr>
            <a:spLocks noGrp="1"/>
          </p:cNvSpPr>
          <p:nvPr>
            <p:ph idx="1"/>
          </p:nvPr>
        </p:nvSpPr>
        <p:spPr>
          <a:xfrm>
            <a:off x="2587663" y="1524000"/>
            <a:ext cx="8766137" cy="5181600"/>
          </a:xfrm>
        </p:spPr>
        <p:txBody>
          <a:bodyPr>
            <a:normAutofit/>
          </a:bodyPr>
          <a:lstStyle/>
          <a:p>
            <a:pPr>
              <a:buFont typeface="Wingdings" panose="05000000000000000000" pitchFamily="2" charset="2"/>
              <a:buChar char="Ø"/>
            </a:pPr>
            <a:r>
              <a:rPr lang="en-US" b="1" dirty="0"/>
              <a:t>Non-Functional Requirements Achieved</a:t>
            </a:r>
          </a:p>
          <a:p>
            <a:pPr marL="0" indent="0">
              <a:buNone/>
            </a:pPr>
            <a:endParaRPr lang="en-US" b="1" dirty="0"/>
          </a:p>
          <a:p>
            <a:pPr lvl="1"/>
            <a:r>
              <a:rPr lang="en-US" dirty="0"/>
              <a:t>Low-latency UI refresh (500ms interval)</a:t>
            </a:r>
          </a:p>
          <a:p>
            <a:pPr lvl="1"/>
            <a:r>
              <a:rPr lang="en-US" dirty="0"/>
              <a:t>Stable </a:t>
            </a:r>
            <a:r>
              <a:rPr lang="en-US" dirty="0" err="1"/>
              <a:t>WiFi</a:t>
            </a:r>
            <a:r>
              <a:rPr lang="en-US" dirty="0"/>
              <a:t> connectivity for continuous control</a:t>
            </a:r>
          </a:p>
          <a:p>
            <a:pPr lvl="1"/>
            <a:r>
              <a:rPr lang="en-US" dirty="0"/>
              <a:t>High responsiveness for emergency pre-emption</a:t>
            </a:r>
          </a:p>
          <a:p>
            <a:pPr lvl="1"/>
            <a:r>
              <a:rPr lang="en-US" dirty="0"/>
              <a:t>Fault-tolerant timing logic (resets if overflow)</a:t>
            </a:r>
          </a:p>
          <a:p>
            <a:pPr lvl="1"/>
            <a:r>
              <a:rPr lang="en-US" dirty="0"/>
              <a:t>Readable UI with clean design and usability</a:t>
            </a:r>
          </a:p>
          <a:p>
            <a:pPr lvl="1"/>
            <a:r>
              <a:rPr lang="en-US" dirty="0"/>
              <a:t>Efficient memory use in ESP32 (lightweight HTML/JSON)</a:t>
            </a:r>
          </a:p>
          <a:p>
            <a:pPr lvl="1"/>
            <a:r>
              <a:rPr lang="en-US" dirty="0"/>
              <a:t>Secure device-level operation (local network only)</a:t>
            </a:r>
          </a:p>
        </p:txBody>
      </p:sp>
    </p:spTree>
    <p:extLst>
      <p:ext uri="{BB962C8B-B14F-4D97-AF65-F5344CB8AC3E}">
        <p14:creationId xmlns:p14="http://schemas.microsoft.com/office/powerpoint/2010/main" val="2791196245"/>
      </p:ext>
    </p:extLst>
  </p:cSld>
  <p:clrMapOvr>
    <a:masterClrMapping/>
  </p:clrMapOvr>
  <p:transition spd="slow">
    <p:push dir="u"/>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2C6815-6892-1984-5F5B-994C708D8538}"/>
            </a:ext>
          </a:extLst>
        </p:cNvPr>
        <p:cNvGrpSpPr/>
        <p:nvPr/>
      </p:nvGrpSpPr>
      <p:grpSpPr>
        <a:xfrm>
          <a:off x="0" y="0"/>
          <a:ext cx="0" cy="0"/>
          <a:chOff x="0" y="0"/>
          <a:chExt cx="0" cy="0"/>
        </a:xfrm>
      </p:grpSpPr>
      <p:sp>
        <p:nvSpPr>
          <p:cNvPr id="5" name="Rectangle">
            <a:extLst>
              <a:ext uri="{FF2B5EF4-FFF2-40B4-BE49-F238E27FC236}">
                <a16:creationId xmlns:a16="http://schemas.microsoft.com/office/drawing/2014/main" id="{926AE437-2FBA-9248-3BF9-C0C1B4253F9B}"/>
              </a:ext>
            </a:extLst>
          </p:cNvPr>
          <p:cNvSpPr/>
          <p:nvPr/>
        </p:nvSpPr>
        <p:spPr>
          <a:xfrm flipH="1">
            <a:off x="-24000" y="-2"/>
            <a:ext cx="2469463" cy="6858000"/>
          </a:xfrm>
          <a:prstGeom prst="rect">
            <a:avLst/>
          </a:prstGeom>
          <a:solidFill>
            <a:srgbClr val="F28E01"/>
          </a:solidFill>
          <a:ln w="12700">
            <a:miter lim="400000"/>
          </a:ln>
        </p:spPr>
        <p:txBody>
          <a:bodyPr lIns="50800" tIns="50800" rIns="50800" bIns="50800" anchor="ctr"/>
          <a:lstStyle/>
          <a:p>
            <a:pPr defTabSz="1130300">
              <a:defRPr sz="3200">
                <a:solidFill>
                  <a:srgbClr val="FFFFFF"/>
                </a:solidFill>
                <a:latin typeface="Graphik"/>
                <a:ea typeface="Graphik"/>
                <a:cs typeface="Graphik"/>
                <a:sym typeface="Graphik"/>
              </a:defRPr>
            </a:pPr>
            <a:endParaRPr sz="3200" baseline="-25000"/>
          </a:p>
        </p:txBody>
      </p:sp>
      <p:sp>
        <p:nvSpPr>
          <p:cNvPr id="8" name="Rectangle">
            <a:extLst>
              <a:ext uri="{FF2B5EF4-FFF2-40B4-BE49-F238E27FC236}">
                <a16:creationId xmlns:a16="http://schemas.microsoft.com/office/drawing/2014/main" id="{AB9F580B-C516-8A71-32CD-4306E1FD9CF9}"/>
              </a:ext>
            </a:extLst>
          </p:cNvPr>
          <p:cNvSpPr/>
          <p:nvPr/>
        </p:nvSpPr>
        <p:spPr>
          <a:xfrm flipH="1">
            <a:off x="11496000" y="1"/>
            <a:ext cx="257907" cy="6858000"/>
          </a:xfrm>
          <a:prstGeom prst="rect">
            <a:avLst/>
          </a:prstGeom>
          <a:solidFill>
            <a:srgbClr val="F28E01"/>
          </a:solidFill>
          <a:ln w="12700">
            <a:miter lim="400000"/>
          </a:ln>
        </p:spPr>
        <p:txBody>
          <a:bodyPr lIns="50800" tIns="50800" rIns="50800" bIns="50800" anchor="ctr"/>
          <a:lstStyle/>
          <a:p>
            <a:pPr defTabSz="1130300">
              <a:defRPr sz="3300">
                <a:solidFill>
                  <a:srgbClr val="FFFFFF"/>
                </a:solidFill>
                <a:latin typeface="Graphik"/>
                <a:ea typeface="Graphik"/>
                <a:cs typeface="Graphik"/>
                <a:sym typeface="Graphik"/>
              </a:defRPr>
            </a:pPr>
            <a:endParaRPr sz="3300"/>
          </a:p>
        </p:txBody>
      </p:sp>
      <p:sp>
        <p:nvSpPr>
          <p:cNvPr id="14" name="Title 1">
            <a:extLst>
              <a:ext uri="{FF2B5EF4-FFF2-40B4-BE49-F238E27FC236}">
                <a16:creationId xmlns:a16="http://schemas.microsoft.com/office/drawing/2014/main" id="{ED0D3BCB-A23B-854B-E7F3-8B221BDE9997}"/>
              </a:ext>
            </a:extLst>
          </p:cNvPr>
          <p:cNvSpPr>
            <a:spLocks noGrp="1"/>
          </p:cNvSpPr>
          <p:nvPr>
            <p:ph type="title"/>
          </p:nvPr>
        </p:nvSpPr>
        <p:spPr>
          <a:xfrm>
            <a:off x="2514600" y="152400"/>
            <a:ext cx="8839200" cy="1143000"/>
          </a:xfrm>
        </p:spPr>
        <p:txBody>
          <a:bodyPr>
            <a:normAutofit fontScale="90000"/>
          </a:bodyPr>
          <a:lstStyle/>
          <a:p>
            <a:pPr algn="ctr"/>
            <a:r>
              <a:rPr lang="en-IN" dirty="0"/>
              <a:t>UML DIAGRAMS OF PROJECT MODULE-1:</a:t>
            </a:r>
          </a:p>
        </p:txBody>
      </p:sp>
      <p:pic>
        <p:nvPicPr>
          <p:cNvPr id="6" name="Picture 5">
            <a:extLst>
              <a:ext uri="{FF2B5EF4-FFF2-40B4-BE49-F238E27FC236}">
                <a16:creationId xmlns:a16="http://schemas.microsoft.com/office/drawing/2014/main" id="{3A9FE3A0-54EB-8914-7310-2216DC971A38}"/>
              </a:ext>
            </a:extLst>
          </p:cNvPr>
          <p:cNvPicPr>
            <a:picLocks noChangeAspect="1"/>
          </p:cNvPicPr>
          <p:nvPr/>
        </p:nvPicPr>
        <p:blipFill>
          <a:blip r:embed="rId3"/>
          <a:stretch>
            <a:fillRect/>
          </a:stretch>
        </p:blipFill>
        <p:spPr>
          <a:xfrm>
            <a:off x="2659413" y="1503218"/>
            <a:ext cx="4592526" cy="4287982"/>
          </a:xfrm>
          <a:prstGeom prst="rect">
            <a:avLst/>
          </a:prstGeom>
        </p:spPr>
      </p:pic>
      <p:pic>
        <p:nvPicPr>
          <p:cNvPr id="9" name="Picture 8">
            <a:extLst>
              <a:ext uri="{FF2B5EF4-FFF2-40B4-BE49-F238E27FC236}">
                <a16:creationId xmlns:a16="http://schemas.microsoft.com/office/drawing/2014/main" id="{9443F490-668A-A35B-18EA-1D17AC7FE11F}"/>
              </a:ext>
            </a:extLst>
          </p:cNvPr>
          <p:cNvPicPr>
            <a:picLocks noChangeAspect="1"/>
          </p:cNvPicPr>
          <p:nvPr/>
        </p:nvPicPr>
        <p:blipFill>
          <a:blip r:embed="rId4"/>
          <a:stretch>
            <a:fillRect/>
          </a:stretch>
        </p:blipFill>
        <p:spPr>
          <a:xfrm>
            <a:off x="7205644" y="1503218"/>
            <a:ext cx="4148156" cy="4287982"/>
          </a:xfrm>
          <a:prstGeom prst="rect">
            <a:avLst/>
          </a:prstGeom>
        </p:spPr>
      </p:pic>
    </p:spTree>
    <p:extLst>
      <p:ext uri="{BB962C8B-B14F-4D97-AF65-F5344CB8AC3E}">
        <p14:creationId xmlns:p14="http://schemas.microsoft.com/office/powerpoint/2010/main" val="2129234005"/>
      </p:ext>
    </p:extLst>
  </p:cSld>
  <p:clrMapOvr>
    <a:masterClrMapping/>
  </p:clrMapOvr>
  <p:transition spd="slow">
    <p:push dir="u"/>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0AE9E1-9293-E110-7B4C-1F4CAB3A6EBF}"/>
            </a:ext>
          </a:extLst>
        </p:cNvPr>
        <p:cNvGrpSpPr/>
        <p:nvPr/>
      </p:nvGrpSpPr>
      <p:grpSpPr>
        <a:xfrm>
          <a:off x="0" y="0"/>
          <a:ext cx="0" cy="0"/>
          <a:chOff x="0" y="0"/>
          <a:chExt cx="0" cy="0"/>
        </a:xfrm>
      </p:grpSpPr>
      <p:sp>
        <p:nvSpPr>
          <p:cNvPr id="5" name="Rectangle">
            <a:extLst>
              <a:ext uri="{FF2B5EF4-FFF2-40B4-BE49-F238E27FC236}">
                <a16:creationId xmlns:a16="http://schemas.microsoft.com/office/drawing/2014/main" id="{29C0AF8C-4A87-E81B-3A27-00DD0337F64D}"/>
              </a:ext>
            </a:extLst>
          </p:cNvPr>
          <p:cNvSpPr/>
          <p:nvPr/>
        </p:nvSpPr>
        <p:spPr>
          <a:xfrm flipH="1">
            <a:off x="-24000" y="-2"/>
            <a:ext cx="2469463" cy="6858000"/>
          </a:xfrm>
          <a:prstGeom prst="rect">
            <a:avLst/>
          </a:prstGeom>
          <a:solidFill>
            <a:srgbClr val="F28E01"/>
          </a:solidFill>
          <a:ln w="12700">
            <a:miter lim="400000"/>
          </a:ln>
        </p:spPr>
        <p:txBody>
          <a:bodyPr lIns="50800" tIns="50800" rIns="50800" bIns="50800" anchor="ctr"/>
          <a:lstStyle/>
          <a:p>
            <a:pPr defTabSz="1130300">
              <a:defRPr sz="3200">
                <a:solidFill>
                  <a:srgbClr val="FFFFFF"/>
                </a:solidFill>
                <a:latin typeface="Graphik"/>
                <a:ea typeface="Graphik"/>
                <a:cs typeface="Graphik"/>
                <a:sym typeface="Graphik"/>
              </a:defRPr>
            </a:pPr>
            <a:endParaRPr sz="3200" baseline="-25000"/>
          </a:p>
        </p:txBody>
      </p:sp>
      <p:sp>
        <p:nvSpPr>
          <p:cNvPr id="8" name="Rectangle">
            <a:extLst>
              <a:ext uri="{FF2B5EF4-FFF2-40B4-BE49-F238E27FC236}">
                <a16:creationId xmlns:a16="http://schemas.microsoft.com/office/drawing/2014/main" id="{694499E8-D57E-BA78-2742-1885B6CB45B7}"/>
              </a:ext>
            </a:extLst>
          </p:cNvPr>
          <p:cNvSpPr/>
          <p:nvPr/>
        </p:nvSpPr>
        <p:spPr>
          <a:xfrm flipH="1">
            <a:off x="11496000" y="1"/>
            <a:ext cx="257907" cy="6858000"/>
          </a:xfrm>
          <a:prstGeom prst="rect">
            <a:avLst/>
          </a:prstGeom>
          <a:solidFill>
            <a:srgbClr val="F28E01"/>
          </a:solidFill>
          <a:ln w="12700">
            <a:miter lim="400000"/>
          </a:ln>
        </p:spPr>
        <p:txBody>
          <a:bodyPr lIns="50800" tIns="50800" rIns="50800" bIns="50800" anchor="ctr"/>
          <a:lstStyle/>
          <a:p>
            <a:pPr defTabSz="1130300">
              <a:defRPr sz="3300">
                <a:solidFill>
                  <a:srgbClr val="FFFFFF"/>
                </a:solidFill>
                <a:latin typeface="Graphik"/>
                <a:ea typeface="Graphik"/>
                <a:cs typeface="Graphik"/>
                <a:sym typeface="Graphik"/>
              </a:defRPr>
            </a:pPr>
            <a:endParaRPr sz="3300"/>
          </a:p>
        </p:txBody>
      </p:sp>
      <p:sp>
        <p:nvSpPr>
          <p:cNvPr id="14" name="Title 1">
            <a:extLst>
              <a:ext uri="{FF2B5EF4-FFF2-40B4-BE49-F238E27FC236}">
                <a16:creationId xmlns:a16="http://schemas.microsoft.com/office/drawing/2014/main" id="{DF6AF774-CCC2-D5FE-047A-9F693C790287}"/>
              </a:ext>
            </a:extLst>
          </p:cNvPr>
          <p:cNvSpPr>
            <a:spLocks noGrp="1"/>
          </p:cNvSpPr>
          <p:nvPr>
            <p:ph type="title"/>
          </p:nvPr>
        </p:nvSpPr>
        <p:spPr>
          <a:xfrm>
            <a:off x="2514600" y="152400"/>
            <a:ext cx="8839200" cy="1143000"/>
          </a:xfrm>
        </p:spPr>
        <p:txBody>
          <a:bodyPr>
            <a:normAutofit fontScale="90000"/>
          </a:bodyPr>
          <a:lstStyle/>
          <a:p>
            <a:pPr algn="ctr"/>
            <a:r>
              <a:rPr lang="en-IN" dirty="0"/>
              <a:t>UML DIAGRAMS OF PROJECT MODULE-1:</a:t>
            </a:r>
          </a:p>
        </p:txBody>
      </p:sp>
      <p:pic>
        <p:nvPicPr>
          <p:cNvPr id="7" name="Picture 6">
            <a:extLst>
              <a:ext uri="{FF2B5EF4-FFF2-40B4-BE49-F238E27FC236}">
                <a16:creationId xmlns:a16="http://schemas.microsoft.com/office/drawing/2014/main" id="{EACF066F-3EDF-0991-A7F7-63D8F5406D48}"/>
              </a:ext>
            </a:extLst>
          </p:cNvPr>
          <p:cNvPicPr>
            <a:picLocks noChangeAspect="1"/>
          </p:cNvPicPr>
          <p:nvPr/>
        </p:nvPicPr>
        <p:blipFill>
          <a:blip r:embed="rId3"/>
          <a:stretch>
            <a:fillRect/>
          </a:stretch>
        </p:blipFill>
        <p:spPr>
          <a:xfrm>
            <a:off x="2649125" y="1747231"/>
            <a:ext cx="4287982" cy="4287982"/>
          </a:xfrm>
          <a:prstGeom prst="rect">
            <a:avLst/>
          </a:prstGeom>
        </p:spPr>
      </p:pic>
      <p:pic>
        <p:nvPicPr>
          <p:cNvPr id="11" name="Picture 10">
            <a:extLst>
              <a:ext uri="{FF2B5EF4-FFF2-40B4-BE49-F238E27FC236}">
                <a16:creationId xmlns:a16="http://schemas.microsoft.com/office/drawing/2014/main" id="{30809FD6-4F7A-E173-C69A-A0B8FC6169B7}"/>
              </a:ext>
            </a:extLst>
          </p:cNvPr>
          <p:cNvPicPr>
            <a:picLocks noChangeAspect="1"/>
          </p:cNvPicPr>
          <p:nvPr/>
        </p:nvPicPr>
        <p:blipFill>
          <a:blip r:embed="rId4"/>
          <a:stretch>
            <a:fillRect/>
          </a:stretch>
        </p:blipFill>
        <p:spPr>
          <a:xfrm>
            <a:off x="6939313" y="1771996"/>
            <a:ext cx="4260194" cy="4238452"/>
          </a:xfrm>
          <a:prstGeom prst="rect">
            <a:avLst/>
          </a:prstGeom>
        </p:spPr>
      </p:pic>
    </p:spTree>
    <p:extLst>
      <p:ext uri="{BB962C8B-B14F-4D97-AF65-F5344CB8AC3E}">
        <p14:creationId xmlns:p14="http://schemas.microsoft.com/office/powerpoint/2010/main" val="3372473735"/>
      </p:ext>
    </p:extLst>
  </p:cSld>
  <p:clrMapOvr>
    <a:masterClrMapping/>
  </p:clrMapOvr>
  <p:transition spd="slow">
    <p:push dir="u"/>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DD562F-514F-6456-BFC4-8E89C475C9FF}"/>
            </a:ext>
          </a:extLst>
        </p:cNvPr>
        <p:cNvGrpSpPr/>
        <p:nvPr/>
      </p:nvGrpSpPr>
      <p:grpSpPr>
        <a:xfrm>
          <a:off x="0" y="0"/>
          <a:ext cx="0" cy="0"/>
          <a:chOff x="0" y="0"/>
          <a:chExt cx="0" cy="0"/>
        </a:xfrm>
      </p:grpSpPr>
      <p:sp>
        <p:nvSpPr>
          <p:cNvPr id="5" name="Rectangle">
            <a:extLst>
              <a:ext uri="{FF2B5EF4-FFF2-40B4-BE49-F238E27FC236}">
                <a16:creationId xmlns:a16="http://schemas.microsoft.com/office/drawing/2014/main" id="{09774349-FC28-902F-C2FC-36C0450623BF}"/>
              </a:ext>
            </a:extLst>
          </p:cNvPr>
          <p:cNvSpPr/>
          <p:nvPr/>
        </p:nvSpPr>
        <p:spPr>
          <a:xfrm flipH="1">
            <a:off x="-24000" y="-2"/>
            <a:ext cx="2469463" cy="6858000"/>
          </a:xfrm>
          <a:prstGeom prst="rect">
            <a:avLst/>
          </a:prstGeom>
          <a:solidFill>
            <a:srgbClr val="F28E01"/>
          </a:solidFill>
          <a:ln w="12700">
            <a:miter lim="400000"/>
          </a:ln>
        </p:spPr>
        <p:txBody>
          <a:bodyPr lIns="50800" tIns="50800" rIns="50800" bIns="50800" anchor="ctr"/>
          <a:lstStyle/>
          <a:p>
            <a:pPr defTabSz="1130300">
              <a:defRPr sz="3200">
                <a:solidFill>
                  <a:srgbClr val="FFFFFF"/>
                </a:solidFill>
                <a:latin typeface="Graphik"/>
                <a:ea typeface="Graphik"/>
                <a:cs typeface="Graphik"/>
                <a:sym typeface="Graphik"/>
              </a:defRPr>
            </a:pPr>
            <a:endParaRPr sz="3200" baseline="-25000"/>
          </a:p>
        </p:txBody>
      </p:sp>
      <p:sp>
        <p:nvSpPr>
          <p:cNvPr id="8" name="Rectangle">
            <a:extLst>
              <a:ext uri="{FF2B5EF4-FFF2-40B4-BE49-F238E27FC236}">
                <a16:creationId xmlns:a16="http://schemas.microsoft.com/office/drawing/2014/main" id="{8CDB83D5-D86A-6B71-8CC7-C988FAE55593}"/>
              </a:ext>
            </a:extLst>
          </p:cNvPr>
          <p:cNvSpPr/>
          <p:nvPr/>
        </p:nvSpPr>
        <p:spPr>
          <a:xfrm flipH="1">
            <a:off x="11496000" y="1"/>
            <a:ext cx="257907" cy="6858000"/>
          </a:xfrm>
          <a:prstGeom prst="rect">
            <a:avLst/>
          </a:prstGeom>
          <a:solidFill>
            <a:srgbClr val="F28E01"/>
          </a:solidFill>
          <a:ln w="12700">
            <a:miter lim="400000"/>
          </a:ln>
        </p:spPr>
        <p:txBody>
          <a:bodyPr lIns="50800" tIns="50800" rIns="50800" bIns="50800" anchor="ctr"/>
          <a:lstStyle/>
          <a:p>
            <a:pPr defTabSz="1130300">
              <a:defRPr sz="3300">
                <a:solidFill>
                  <a:srgbClr val="FFFFFF"/>
                </a:solidFill>
                <a:latin typeface="Graphik"/>
                <a:ea typeface="Graphik"/>
                <a:cs typeface="Graphik"/>
                <a:sym typeface="Graphik"/>
              </a:defRPr>
            </a:pPr>
            <a:endParaRPr sz="3300"/>
          </a:p>
        </p:txBody>
      </p:sp>
      <p:sp>
        <p:nvSpPr>
          <p:cNvPr id="15" name="Content Placeholder 2">
            <a:extLst>
              <a:ext uri="{FF2B5EF4-FFF2-40B4-BE49-F238E27FC236}">
                <a16:creationId xmlns:a16="http://schemas.microsoft.com/office/drawing/2014/main" id="{DF67E36A-5617-C6FE-6D92-11EBF6E0DA63}"/>
              </a:ext>
            </a:extLst>
          </p:cNvPr>
          <p:cNvSpPr>
            <a:spLocks noGrp="1"/>
          </p:cNvSpPr>
          <p:nvPr>
            <p:ph idx="1"/>
          </p:nvPr>
        </p:nvSpPr>
        <p:spPr>
          <a:xfrm>
            <a:off x="2743199" y="381000"/>
            <a:ext cx="8443337" cy="6172199"/>
          </a:xfrm>
        </p:spPr>
        <p:txBody>
          <a:bodyPr>
            <a:normAutofit/>
          </a:bodyPr>
          <a:lstStyle/>
          <a:p>
            <a:pPr>
              <a:buNone/>
            </a:pPr>
            <a:endParaRPr lang="en-IN" dirty="0"/>
          </a:p>
          <a:p>
            <a:pPr marL="0" indent="0">
              <a:buNone/>
            </a:pPr>
            <a:endParaRPr lang="en-IN" dirty="0"/>
          </a:p>
          <a:p>
            <a:pPr marL="0" indent="0" algn="ctr">
              <a:buNone/>
            </a:pPr>
            <a:endParaRPr lang="en-US" dirty="0"/>
          </a:p>
          <a:p>
            <a:pPr marL="0" indent="0" algn="ctr">
              <a:buNone/>
            </a:pPr>
            <a:endParaRPr lang="en-US" dirty="0"/>
          </a:p>
          <a:p>
            <a:pPr marL="0" indent="0" algn="ctr">
              <a:buNone/>
            </a:pPr>
            <a:endParaRPr lang="en-US" dirty="0"/>
          </a:p>
          <a:p>
            <a:pPr marL="0" indent="0" algn="ctr">
              <a:buNone/>
            </a:pPr>
            <a:r>
              <a:rPr lang="en-US" sz="5400" b="1" dirty="0"/>
              <a:t>7. </a:t>
            </a:r>
            <a:r>
              <a:rPr lang="en-IN" sz="5400" b="1" dirty="0"/>
              <a:t>PROJECT IMPLEMENTATION</a:t>
            </a:r>
          </a:p>
        </p:txBody>
      </p:sp>
    </p:spTree>
    <p:extLst>
      <p:ext uri="{BB962C8B-B14F-4D97-AF65-F5344CB8AC3E}">
        <p14:creationId xmlns:p14="http://schemas.microsoft.com/office/powerpoint/2010/main" val="1686111115"/>
      </p:ext>
    </p:extLst>
  </p:cSld>
  <p:clrMapOvr>
    <a:masterClrMapping/>
  </p:clrMapOvr>
  <p:transition spd="med">
    <p:pull/>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B8D9D9-24F8-6C32-07A0-BE9F24CD6E6A}"/>
            </a:ext>
          </a:extLst>
        </p:cNvPr>
        <p:cNvGrpSpPr/>
        <p:nvPr/>
      </p:nvGrpSpPr>
      <p:grpSpPr>
        <a:xfrm>
          <a:off x="0" y="0"/>
          <a:ext cx="0" cy="0"/>
          <a:chOff x="0" y="0"/>
          <a:chExt cx="0" cy="0"/>
        </a:xfrm>
      </p:grpSpPr>
      <p:sp>
        <p:nvSpPr>
          <p:cNvPr id="5" name="Rectangle">
            <a:extLst>
              <a:ext uri="{FF2B5EF4-FFF2-40B4-BE49-F238E27FC236}">
                <a16:creationId xmlns:a16="http://schemas.microsoft.com/office/drawing/2014/main" id="{554AA78F-C8FE-DC3E-764B-5B413832CA03}"/>
              </a:ext>
            </a:extLst>
          </p:cNvPr>
          <p:cNvSpPr/>
          <p:nvPr/>
        </p:nvSpPr>
        <p:spPr>
          <a:xfrm flipH="1">
            <a:off x="-24000" y="-2"/>
            <a:ext cx="2469463" cy="6858000"/>
          </a:xfrm>
          <a:prstGeom prst="rect">
            <a:avLst/>
          </a:prstGeom>
          <a:solidFill>
            <a:srgbClr val="F28E01"/>
          </a:solidFill>
          <a:ln w="12700">
            <a:miter lim="400000"/>
          </a:ln>
        </p:spPr>
        <p:txBody>
          <a:bodyPr lIns="50800" tIns="50800" rIns="50800" bIns="50800" anchor="ctr"/>
          <a:lstStyle/>
          <a:p>
            <a:pPr defTabSz="1130300">
              <a:defRPr sz="3200">
                <a:solidFill>
                  <a:srgbClr val="FFFFFF"/>
                </a:solidFill>
                <a:latin typeface="Graphik"/>
                <a:ea typeface="Graphik"/>
                <a:cs typeface="Graphik"/>
                <a:sym typeface="Graphik"/>
              </a:defRPr>
            </a:pPr>
            <a:endParaRPr sz="3200" baseline="-25000"/>
          </a:p>
        </p:txBody>
      </p:sp>
      <p:sp>
        <p:nvSpPr>
          <p:cNvPr id="8" name="Rectangle">
            <a:extLst>
              <a:ext uri="{FF2B5EF4-FFF2-40B4-BE49-F238E27FC236}">
                <a16:creationId xmlns:a16="http://schemas.microsoft.com/office/drawing/2014/main" id="{4FF07B01-C8B1-EA87-5006-3874680895ED}"/>
              </a:ext>
            </a:extLst>
          </p:cNvPr>
          <p:cNvSpPr/>
          <p:nvPr/>
        </p:nvSpPr>
        <p:spPr>
          <a:xfrm flipH="1">
            <a:off x="11496000" y="1"/>
            <a:ext cx="257907" cy="6858000"/>
          </a:xfrm>
          <a:prstGeom prst="rect">
            <a:avLst/>
          </a:prstGeom>
          <a:solidFill>
            <a:srgbClr val="F28E01"/>
          </a:solidFill>
          <a:ln w="12700">
            <a:miter lim="400000"/>
          </a:ln>
        </p:spPr>
        <p:txBody>
          <a:bodyPr lIns="50800" tIns="50800" rIns="50800" bIns="50800" anchor="ctr"/>
          <a:lstStyle/>
          <a:p>
            <a:pPr defTabSz="1130300">
              <a:defRPr sz="3300">
                <a:solidFill>
                  <a:srgbClr val="FFFFFF"/>
                </a:solidFill>
                <a:latin typeface="Graphik"/>
                <a:ea typeface="Graphik"/>
                <a:cs typeface="Graphik"/>
                <a:sym typeface="Graphik"/>
              </a:defRPr>
            </a:pPr>
            <a:endParaRPr sz="3300"/>
          </a:p>
        </p:txBody>
      </p:sp>
      <p:sp>
        <p:nvSpPr>
          <p:cNvPr id="14" name="Title 1">
            <a:extLst>
              <a:ext uri="{FF2B5EF4-FFF2-40B4-BE49-F238E27FC236}">
                <a16:creationId xmlns:a16="http://schemas.microsoft.com/office/drawing/2014/main" id="{71909325-0521-4751-5DA5-B161E6F57AFE}"/>
              </a:ext>
            </a:extLst>
          </p:cNvPr>
          <p:cNvSpPr>
            <a:spLocks noGrp="1"/>
          </p:cNvSpPr>
          <p:nvPr>
            <p:ph type="title"/>
          </p:nvPr>
        </p:nvSpPr>
        <p:spPr>
          <a:xfrm>
            <a:off x="2514600" y="152400"/>
            <a:ext cx="8839200" cy="1143000"/>
          </a:xfrm>
        </p:spPr>
        <p:txBody>
          <a:bodyPr>
            <a:normAutofit fontScale="90000"/>
          </a:bodyPr>
          <a:lstStyle/>
          <a:p>
            <a:pPr algn="ctr"/>
            <a:r>
              <a:rPr lang="en-IN" dirty="0"/>
              <a:t>Details of Project Modules Identified</a:t>
            </a:r>
          </a:p>
        </p:txBody>
      </p:sp>
      <p:sp>
        <p:nvSpPr>
          <p:cNvPr id="15" name="Content Placeholder 2">
            <a:extLst>
              <a:ext uri="{FF2B5EF4-FFF2-40B4-BE49-F238E27FC236}">
                <a16:creationId xmlns:a16="http://schemas.microsoft.com/office/drawing/2014/main" id="{B2257970-450C-126D-0117-1CBA86CAE1E1}"/>
              </a:ext>
            </a:extLst>
          </p:cNvPr>
          <p:cNvSpPr>
            <a:spLocks noGrp="1"/>
          </p:cNvSpPr>
          <p:nvPr>
            <p:ph idx="1"/>
          </p:nvPr>
        </p:nvSpPr>
        <p:spPr>
          <a:xfrm>
            <a:off x="2587663" y="1524000"/>
            <a:ext cx="8766137" cy="5181600"/>
          </a:xfrm>
        </p:spPr>
        <p:txBody>
          <a:bodyPr>
            <a:normAutofit/>
          </a:bodyPr>
          <a:lstStyle/>
          <a:p>
            <a:pPr>
              <a:buNone/>
            </a:pPr>
            <a:endParaRPr lang="en-IN" dirty="0"/>
          </a:p>
          <a:p>
            <a:pPr marL="0" indent="0">
              <a:buNone/>
            </a:pPr>
            <a:endParaRPr lang="en-US" dirty="0"/>
          </a:p>
          <a:p>
            <a:pPr>
              <a:buNone/>
            </a:pPr>
            <a:endParaRPr lang="en-US" dirty="0"/>
          </a:p>
          <a:p>
            <a:pPr>
              <a:buNone/>
            </a:pPr>
            <a:endParaRPr lang="en-US" dirty="0"/>
          </a:p>
          <a:p>
            <a:pPr>
              <a:buNone/>
            </a:pPr>
            <a:endParaRPr lang="en-US" dirty="0"/>
          </a:p>
          <a:p>
            <a:pPr>
              <a:buNone/>
            </a:pPr>
            <a:endParaRPr lang="en-US" dirty="0"/>
          </a:p>
          <a:p>
            <a:pPr>
              <a:buNone/>
            </a:pPr>
            <a:endParaRPr lang="en-US" dirty="0"/>
          </a:p>
        </p:txBody>
      </p:sp>
      <p:graphicFrame>
        <p:nvGraphicFramePr>
          <p:cNvPr id="2" name="Table 1">
            <a:extLst>
              <a:ext uri="{FF2B5EF4-FFF2-40B4-BE49-F238E27FC236}">
                <a16:creationId xmlns:a16="http://schemas.microsoft.com/office/drawing/2014/main" id="{2D0E632B-6E1D-7325-27C1-66DDCDD2023E}"/>
              </a:ext>
            </a:extLst>
          </p:cNvPr>
          <p:cNvGraphicFramePr>
            <a:graphicFrameLocks noGrp="1"/>
          </p:cNvGraphicFramePr>
          <p:nvPr>
            <p:extLst>
              <p:ext uri="{D42A27DB-BD31-4B8C-83A1-F6EECF244321}">
                <p14:modId xmlns:p14="http://schemas.microsoft.com/office/powerpoint/2010/main" val="2220555230"/>
              </p:ext>
            </p:extLst>
          </p:nvPr>
        </p:nvGraphicFramePr>
        <p:xfrm>
          <a:off x="2500306" y="1402078"/>
          <a:ext cx="8867788" cy="4613564"/>
        </p:xfrm>
        <a:graphic>
          <a:graphicData uri="http://schemas.openxmlformats.org/drawingml/2006/table">
            <a:tbl>
              <a:tblPr firstRow="1" bandRow="1">
                <a:tableStyleId>{5C22544A-7EE6-4342-B048-85BDC9FD1C3A}</a:tableStyleId>
              </a:tblPr>
              <a:tblGrid>
                <a:gridCol w="1690694">
                  <a:extLst>
                    <a:ext uri="{9D8B030D-6E8A-4147-A177-3AD203B41FA5}">
                      <a16:colId xmlns:a16="http://schemas.microsoft.com/office/drawing/2014/main" val="4262602945"/>
                    </a:ext>
                  </a:extLst>
                </a:gridCol>
                <a:gridCol w="2743200">
                  <a:extLst>
                    <a:ext uri="{9D8B030D-6E8A-4147-A177-3AD203B41FA5}">
                      <a16:colId xmlns:a16="http://schemas.microsoft.com/office/drawing/2014/main" val="3556121171"/>
                    </a:ext>
                  </a:extLst>
                </a:gridCol>
                <a:gridCol w="2216947">
                  <a:extLst>
                    <a:ext uri="{9D8B030D-6E8A-4147-A177-3AD203B41FA5}">
                      <a16:colId xmlns:a16="http://schemas.microsoft.com/office/drawing/2014/main" val="1405827662"/>
                    </a:ext>
                  </a:extLst>
                </a:gridCol>
                <a:gridCol w="2216947">
                  <a:extLst>
                    <a:ext uri="{9D8B030D-6E8A-4147-A177-3AD203B41FA5}">
                      <a16:colId xmlns:a16="http://schemas.microsoft.com/office/drawing/2014/main" val="2223955088"/>
                    </a:ext>
                  </a:extLst>
                </a:gridCol>
              </a:tblGrid>
              <a:tr h="570016">
                <a:tc>
                  <a:txBody>
                    <a:bodyPr/>
                    <a:lstStyle/>
                    <a:p>
                      <a:pPr algn="ctr"/>
                      <a:r>
                        <a:rPr lang="en-IN" dirty="0"/>
                        <a:t>Project Module Number</a:t>
                      </a:r>
                    </a:p>
                  </a:txBody>
                  <a:tcPr/>
                </a:tc>
                <a:tc>
                  <a:txBody>
                    <a:bodyPr/>
                    <a:lstStyle/>
                    <a:p>
                      <a:pPr algn="ctr"/>
                      <a:r>
                        <a:rPr lang="en-IN" dirty="0"/>
                        <a:t>Project Module Name</a:t>
                      </a:r>
                    </a:p>
                  </a:txBody>
                  <a:tcPr/>
                </a:tc>
                <a:tc>
                  <a:txBody>
                    <a:bodyPr/>
                    <a:lstStyle/>
                    <a:p>
                      <a:pPr algn="ctr"/>
                      <a:r>
                        <a:rPr lang="en-IN" dirty="0"/>
                        <a:t>Functional Requirement achieved</a:t>
                      </a:r>
                    </a:p>
                  </a:txBody>
                  <a:tcPr/>
                </a:tc>
                <a:tc>
                  <a:txBody>
                    <a:bodyPr/>
                    <a:lstStyle/>
                    <a:p>
                      <a:pPr algn="ctr"/>
                      <a:r>
                        <a:rPr lang="en-IN" dirty="0"/>
                        <a:t>Project Objective Achieved</a:t>
                      </a:r>
                    </a:p>
                  </a:txBody>
                  <a:tcPr/>
                </a:tc>
                <a:extLst>
                  <a:ext uri="{0D108BD9-81ED-4DB2-BD59-A6C34878D82A}">
                    <a16:rowId xmlns:a16="http://schemas.microsoft.com/office/drawing/2014/main" val="200952263"/>
                  </a:ext>
                </a:extLst>
              </a:tr>
              <a:tr h="741021">
                <a:tc>
                  <a:txBody>
                    <a:bodyPr/>
                    <a:lstStyle/>
                    <a:p>
                      <a:pPr algn="r">
                        <a:buNone/>
                      </a:pPr>
                      <a:r>
                        <a:rPr lang="en-US" sz="1400" b="1"/>
                        <a:t>1</a:t>
                      </a:r>
                      <a:endParaRPr lang="en-US" sz="1400"/>
                    </a:p>
                  </a:txBody>
                  <a:tcPr anchor="ctr"/>
                </a:tc>
                <a:tc>
                  <a:txBody>
                    <a:bodyPr/>
                    <a:lstStyle/>
                    <a:p>
                      <a:pPr>
                        <a:buNone/>
                      </a:pPr>
                      <a:r>
                        <a:rPr lang="en-US" sz="1400"/>
                        <a:t>Traffic Flow Simulation (Software)</a:t>
                      </a:r>
                    </a:p>
                  </a:txBody>
                  <a:tcPr anchor="ctr"/>
                </a:tc>
                <a:tc>
                  <a:txBody>
                    <a:bodyPr/>
                    <a:lstStyle/>
                    <a:p>
                      <a:pPr>
                        <a:buNone/>
                      </a:pPr>
                      <a:r>
                        <a:rPr lang="en-US" sz="1400" dirty="0"/>
                        <a:t>• Visual 3-way junction simulation• Lane vehicle counting &amp; phase animation</a:t>
                      </a:r>
                    </a:p>
                  </a:txBody>
                  <a:tcPr anchor="ctr"/>
                </a:tc>
                <a:tc>
                  <a:txBody>
                    <a:bodyPr/>
                    <a:lstStyle/>
                    <a:p>
                      <a:pPr>
                        <a:buNone/>
                      </a:pPr>
                      <a:r>
                        <a:rPr lang="en-US" sz="1400" dirty="0"/>
                        <a:t>• Validate timing logic and phase strategy before hardware</a:t>
                      </a:r>
                    </a:p>
                  </a:txBody>
                  <a:tcPr anchor="ctr"/>
                </a:tc>
                <a:extLst>
                  <a:ext uri="{0D108BD9-81ED-4DB2-BD59-A6C34878D82A}">
                    <a16:rowId xmlns:a16="http://schemas.microsoft.com/office/drawing/2014/main" val="200777072"/>
                  </a:ext>
                </a:extLst>
              </a:tr>
              <a:tr h="912025">
                <a:tc>
                  <a:txBody>
                    <a:bodyPr/>
                    <a:lstStyle/>
                    <a:p>
                      <a:pPr algn="r">
                        <a:buNone/>
                      </a:pPr>
                      <a:r>
                        <a:rPr lang="en-US" sz="1400" b="1"/>
                        <a:t>2</a:t>
                      </a:r>
                      <a:endParaRPr lang="en-US" sz="1400"/>
                    </a:p>
                  </a:txBody>
                  <a:tcPr anchor="ctr"/>
                </a:tc>
                <a:tc>
                  <a:txBody>
                    <a:bodyPr/>
                    <a:lstStyle/>
                    <a:p>
                      <a:pPr>
                        <a:buNone/>
                      </a:pPr>
                      <a:r>
                        <a:rPr lang="en-US" sz="1400"/>
                        <a:t>Hardware Traffic Control (ESP32 + LEDs + OLED)</a:t>
                      </a:r>
                    </a:p>
                  </a:txBody>
                  <a:tcPr anchor="ctr"/>
                </a:tc>
                <a:tc>
                  <a:txBody>
                    <a:bodyPr/>
                    <a:lstStyle/>
                    <a:p>
                      <a:pPr>
                        <a:buNone/>
                      </a:pPr>
                      <a:r>
                        <a:rPr lang="en-US" sz="1400"/>
                        <a:t>• GPIO control of Red/Yellow/Green LEDs• OLED shows active direction &amp; countdown</a:t>
                      </a:r>
                    </a:p>
                  </a:txBody>
                  <a:tcPr anchor="ctr"/>
                </a:tc>
                <a:tc>
                  <a:txBody>
                    <a:bodyPr/>
                    <a:lstStyle/>
                    <a:p>
                      <a:pPr>
                        <a:buNone/>
                      </a:pPr>
                      <a:r>
                        <a:rPr lang="en-US" sz="1400"/>
                        <a:t>• Demonstrate physical signal control and local feedback</a:t>
                      </a:r>
                    </a:p>
                  </a:txBody>
                  <a:tcPr anchor="ctr"/>
                </a:tc>
                <a:extLst>
                  <a:ext uri="{0D108BD9-81ED-4DB2-BD59-A6C34878D82A}">
                    <a16:rowId xmlns:a16="http://schemas.microsoft.com/office/drawing/2014/main" val="1013137549"/>
                  </a:ext>
                </a:extLst>
              </a:tr>
              <a:tr h="1596044">
                <a:tc>
                  <a:txBody>
                    <a:bodyPr/>
                    <a:lstStyle/>
                    <a:p>
                      <a:pPr algn="r">
                        <a:buNone/>
                      </a:pPr>
                      <a:r>
                        <a:rPr lang="en-US" sz="1400" b="1"/>
                        <a:t>3</a:t>
                      </a:r>
                      <a:endParaRPr lang="en-US" sz="1400"/>
                    </a:p>
                  </a:txBody>
                  <a:tcPr anchor="ctr"/>
                </a:tc>
                <a:tc>
                  <a:txBody>
                    <a:bodyPr/>
                    <a:lstStyle/>
                    <a:p>
                      <a:pPr>
                        <a:buNone/>
                      </a:pPr>
                      <a:r>
                        <a:rPr lang="fr-FR" sz="1400"/>
                        <a:t>Web UI &amp; Adaptive Logic (Integration)</a:t>
                      </a:r>
                    </a:p>
                  </a:txBody>
                  <a:tcPr anchor="ctr"/>
                </a:tc>
                <a:tc>
                  <a:txBody>
                    <a:bodyPr/>
                    <a:lstStyle/>
                    <a:p>
                      <a:pPr>
                        <a:buNone/>
                      </a:pPr>
                      <a:r>
                        <a:rPr lang="en-US" sz="1400"/>
                        <a:t>• ESP32 WebServer, </a:t>
                      </a:r>
                      <a:r>
                        <a:rPr lang="en-US" sz="1400">
                          <a:latin typeface="Courier New" panose="02070309020205020404" pitchFamily="49" charset="0"/>
                        </a:rPr>
                        <a:t>/status</a:t>
                      </a:r>
                      <a:r>
                        <a:rPr lang="en-US" sz="1400"/>
                        <a:t>, </a:t>
                      </a:r>
                      <a:r>
                        <a:rPr lang="en-US" sz="1400">
                          <a:latin typeface="Courier New" panose="02070309020205020404" pitchFamily="49" charset="0"/>
                        </a:rPr>
                        <a:t>/settimes</a:t>
                      </a:r>
                      <a:r>
                        <a:rPr lang="en-US" sz="1400"/>
                        <a:t>, </a:t>
                      </a:r>
                      <a:r>
                        <a:rPr lang="en-US" sz="1400">
                          <a:latin typeface="Courier New" panose="02070309020205020404" pitchFamily="49" charset="0"/>
                        </a:rPr>
                        <a:t>/setall</a:t>
                      </a:r>
                      <a:r>
                        <a:rPr lang="en-US" sz="1400"/>
                        <a:t>, emergency routes• Per-direction configurable timers, auto &amp; emergency modes</a:t>
                      </a:r>
                    </a:p>
                  </a:txBody>
                  <a:tcPr anchor="ctr"/>
                </a:tc>
                <a:tc>
                  <a:txBody>
                    <a:bodyPr/>
                    <a:lstStyle/>
                    <a:p>
                      <a:pPr>
                        <a:buNone/>
                      </a:pPr>
                      <a:r>
                        <a:rPr lang="en-US" sz="1400" dirty="0"/>
                        <a:t>• Remote control + real-time monitoring; emergency vehicle prioritization</a:t>
                      </a:r>
                    </a:p>
                  </a:txBody>
                  <a:tcPr anchor="ctr"/>
                </a:tc>
                <a:extLst>
                  <a:ext uri="{0D108BD9-81ED-4DB2-BD59-A6C34878D82A}">
                    <a16:rowId xmlns:a16="http://schemas.microsoft.com/office/drawing/2014/main" val="4089628653"/>
                  </a:ext>
                </a:extLst>
              </a:tr>
            </a:tbl>
          </a:graphicData>
        </a:graphic>
      </p:graphicFrame>
    </p:spTree>
    <p:extLst>
      <p:ext uri="{BB962C8B-B14F-4D97-AF65-F5344CB8AC3E}">
        <p14:creationId xmlns:p14="http://schemas.microsoft.com/office/powerpoint/2010/main" val="1063935656"/>
      </p:ext>
    </p:extLst>
  </p:cSld>
  <p:clrMapOvr>
    <a:masterClrMapping/>
  </p:clrMapOvr>
  <p:transition spd="slow">
    <p:push dir="u"/>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F471A3-FCB3-0F00-77FC-7B3DF7EF3C41}"/>
            </a:ext>
          </a:extLst>
        </p:cNvPr>
        <p:cNvGrpSpPr/>
        <p:nvPr/>
      </p:nvGrpSpPr>
      <p:grpSpPr>
        <a:xfrm>
          <a:off x="0" y="0"/>
          <a:ext cx="0" cy="0"/>
          <a:chOff x="0" y="0"/>
          <a:chExt cx="0" cy="0"/>
        </a:xfrm>
      </p:grpSpPr>
      <p:sp>
        <p:nvSpPr>
          <p:cNvPr id="5" name="Rectangle">
            <a:extLst>
              <a:ext uri="{FF2B5EF4-FFF2-40B4-BE49-F238E27FC236}">
                <a16:creationId xmlns:a16="http://schemas.microsoft.com/office/drawing/2014/main" id="{DFA861D6-B4F7-2C4F-395A-52145750BF81}"/>
              </a:ext>
            </a:extLst>
          </p:cNvPr>
          <p:cNvSpPr/>
          <p:nvPr/>
        </p:nvSpPr>
        <p:spPr>
          <a:xfrm flipH="1">
            <a:off x="-24000" y="-2"/>
            <a:ext cx="2469463" cy="6858000"/>
          </a:xfrm>
          <a:prstGeom prst="rect">
            <a:avLst/>
          </a:prstGeom>
          <a:solidFill>
            <a:srgbClr val="F28E01"/>
          </a:solidFill>
          <a:ln w="12700">
            <a:miter lim="400000"/>
          </a:ln>
        </p:spPr>
        <p:txBody>
          <a:bodyPr lIns="50800" tIns="50800" rIns="50800" bIns="50800" anchor="ctr"/>
          <a:lstStyle/>
          <a:p>
            <a:pPr defTabSz="1130300">
              <a:defRPr sz="3200">
                <a:solidFill>
                  <a:srgbClr val="FFFFFF"/>
                </a:solidFill>
                <a:latin typeface="Graphik"/>
                <a:ea typeface="Graphik"/>
                <a:cs typeface="Graphik"/>
                <a:sym typeface="Graphik"/>
              </a:defRPr>
            </a:pPr>
            <a:endParaRPr sz="3200" baseline="-25000"/>
          </a:p>
        </p:txBody>
      </p:sp>
      <p:sp>
        <p:nvSpPr>
          <p:cNvPr id="8" name="Rectangle">
            <a:extLst>
              <a:ext uri="{FF2B5EF4-FFF2-40B4-BE49-F238E27FC236}">
                <a16:creationId xmlns:a16="http://schemas.microsoft.com/office/drawing/2014/main" id="{D3611754-B15F-2B78-D7E7-4210F192313E}"/>
              </a:ext>
            </a:extLst>
          </p:cNvPr>
          <p:cNvSpPr/>
          <p:nvPr/>
        </p:nvSpPr>
        <p:spPr>
          <a:xfrm flipH="1">
            <a:off x="11496000" y="1"/>
            <a:ext cx="257907" cy="6858000"/>
          </a:xfrm>
          <a:prstGeom prst="rect">
            <a:avLst/>
          </a:prstGeom>
          <a:solidFill>
            <a:srgbClr val="F28E01"/>
          </a:solidFill>
          <a:ln w="12700">
            <a:miter lim="400000"/>
          </a:ln>
        </p:spPr>
        <p:txBody>
          <a:bodyPr lIns="50800" tIns="50800" rIns="50800" bIns="50800" anchor="ctr"/>
          <a:lstStyle/>
          <a:p>
            <a:pPr defTabSz="1130300">
              <a:defRPr sz="3300">
                <a:solidFill>
                  <a:srgbClr val="FFFFFF"/>
                </a:solidFill>
                <a:latin typeface="Graphik"/>
                <a:ea typeface="Graphik"/>
                <a:cs typeface="Graphik"/>
                <a:sym typeface="Graphik"/>
              </a:defRPr>
            </a:pPr>
            <a:endParaRPr sz="3300"/>
          </a:p>
        </p:txBody>
      </p:sp>
      <p:sp>
        <p:nvSpPr>
          <p:cNvPr id="14" name="Title 1">
            <a:extLst>
              <a:ext uri="{FF2B5EF4-FFF2-40B4-BE49-F238E27FC236}">
                <a16:creationId xmlns:a16="http://schemas.microsoft.com/office/drawing/2014/main" id="{6DF0C00C-8425-0E7C-5B8C-E5FB5DDC5D93}"/>
              </a:ext>
            </a:extLst>
          </p:cNvPr>
          <p:cNvSpPr>
            <a:spLocks noGrp="1"/>
          </p:cNvSpPr>
          <p:nvPr>
            <p:ph type="title"/>
          </p:nvPr>
        </p:nvSpPr>
        <p:spPr>
          <a:xfrm>
            <a:off x="2514600" y="152400"/>
            <a:ext cx="8839200" cy="762000"/>
          </a:xfrm>
        </p:spPr>
        <p:txBody>
          <a:bodyPr>
            <a:noAutofit/>
          </a:bodyPr>
          <a:lstStyle/>
          <a:p>
            <a:r>
              <a:rPr lang="en-IN" sz="3600" dirty="0"/>
              <a:t>IMPLEMENTATION OF PROJECT MODULE</a:t>
            </a:r>
          </a:p>
        </p:txBody>
      </p:sp>
      <p:sp>
        <p:nvSpPr>
          <p:cNvPr id="15" name="Content Placeholder 2">
            <a:extLst>
              <a:ext uri="{FF2B5EF4-FFF2-40B4-BE49-F238E27FC236}">
                <a16:creationId xmlns:a16="http://schemas.microsoft.com/office/drawing/2014/main" id="{F003231F-DD88-7404-2072-C9F0DD844445}"/>
              </a:ext>
            </a:extLst>
          </p:cNvPr>
          <p:cNvSpPr>
            <a:spLocks noGrp="1"/>
          </p:cNvSpPr>
          <p:nvPr>
            <p:ph idx="1"/>
          </p:nvPr>
        </p:nvSpPr>
        <p:spPr>
          <a:xfrm>
            <a:off x="2587663" y="914400"/>
            <a:ext cx="8794724" cy="5943600"/>
          </a:xfrm>
        </p:spPr>
        <p:txBody>
          <a:bodyPr>
            <a:normAutofit lnSpcReduction="10000"/>
          </a:bodyPr>
          <a:lstStyle/>
          <a:p>
            <a:pPr>
              <a:buFont typeface="Wingdings" panose="05000000000000000000" pitchFamily="2" charset="2"/>
              <a:buChar char="Ø"/>
            </a:pPr>
            <a:r>
              <a:rPr lang="en-US" sz="2000" b="1" dirty="0"/>
              <a:t>Start-Up</a:t>
            </a:r>
          </a:p>
          <a:p>
            <a:pPr lvl="1"/>
            <a:r>
              <a:rPr lang="en-US" sz="1800" dirty="0"/>
              <a:t>ESP32 turns on</a:t>
            </a:r>
          </a:p>
          <a:p>
            <a:pPr lvl="1"/>
            <a:r>
              <a:rPr lang="en-US" sz="1800" dirty="0"/>
              <a:t>Connects to Wi-Fi</a:t>
            </a:r>
          </a:p>
          <a:p>
            <a:pPr lvl="1"/>
            <a:r>
              <a:rPr lang="en-US" sz="1800" dirty="0"/>
              <a:t>LEDs &amp; OLED get ready</a:t>
            </a:r>
          </a:p>
          <a:p>
            <a:pPr>
              <a:buFont typeface="Wingdings" panose="05000000000000000000" pitchFamily="2" charset="2"/>
              <a:buChar char="Ø"/>
            </a:pPr>
            <a:r>
              <a:rPr lang="en-US" sz="2000" b="1" dirty="0"/>
              <a:t>Main Working</a:t>
            </a:r>
          </a:p>
          <a:p>
            <a:pPr lvl="1"/>
            <a:r>
              <a:rPr lang="en-US" sz="1800" dirty="0"/>
              <a:t>Auto Mode: Green → Yellow → Red</a:t>
            </a:r>
          </a:p>
          <a:p>
            <a:pPr lvl="1"/>
            <a:r>
              <a:rPr lang="en-US" sz="1800" dirty="0"/>
              <a:t>Emergency Mode: instant Green to one side</a:t>
            </a:r>
          </a:p>
          <a:p>
            <a:pPr>
              <a:buFont typeface="Wingdings" panose="05000000000000000000" pitchFamily="2" charset="2"/>
              <a:buChar char="Ø"/>
            </a:pPr>
            <a:r>
              <a:rPr lang="en-US" sz="2000" b="1" dirty="0"/>
              <a:t>Web Page Controls</a:t>
            </a:r>
          </a:p>
          <a:p>
            <a:pPr lvl="1"/>
            <a:r>
              <a:rPr lang="en-US" sz="1800" dirty="0"/>
              <a:t>Change timer values</a:t>
            </a:r>
          </a:p>
          <a:p>
            <a:pPr lvl="1"/>
            <a:r>
              <a:rPr lang="en-US" sz="1800" dirty="0"/>
              <a:t>Check live status</a:t>
            </a:r>
          </a:p>
          <a:p>
            <a:pPr lvl="1"/>
            <a:r>
              <a:rPr lang="en-US" sz="1800" dirty="0"/>
              <a:t>Emergency &amp; Reset buttons</a:t>
            </a:r>
          </a:p>
          <a:p>
            <a:pPr>
              <a:buFont typeface="Wingdings" panose="05000000000000000000" pitchFamily="2" charset="2"/>
              <a:buChar char="Ø"/>
            </a:pPr>
            <a:r>
              <a:rPr lang="en-US" sz="2200" b="1" dirty="0"/>
              <a:t>Hardware Actions</a:t>
            </a:r>
          </a:p>
          <a:p>
            <a:pPr lvl="1"/>
            <a:r>
              <a:rPr lang="en-US" sz="1800" dirty="0"/>
              <a:t>GPIO controls LED lights</a:t>
            </a:r>
          </a:p>
          <a:p>
            <a:pPr lvl="1"/>
            <a:r>
              <a:rPr lang="en-US" sz="1800" dirty="0"/>
              <a:t>OLED shows active direction + countdown</a:t>
            </a:r>
          </a:p>
          <a:p>
            <a:pPr>
              <a:buFont typeface="Wingdings" panose="05000000000000000000" pitchFamily="2" charset="2"/>
              <a:buChar char="Ø"/>
            </a:pPr>
            <a:r>
              <a:rPr lang="en-US" sz="2000" b="1" dirty="0"/>
              <a:t>Testing Results</a:t>
            </a:r>
          </a:p>
          <a:p>
            <a:pPr lvl="1"/>
            <a:r>
              <a:rPr lang="en-US" sz="1900" dirty="0"/>
              <a:t>Lights change correctly</a:t>
            </a:r>
          </a:p>
          <a:p>
            <a:pPr lvl="1"/>
            <a:r>
              <a:rPr lang="en-US" sz="1900" dirty="0"/>
              <a:t>Timers update immediately</a:t>
            </a:r>
          </a:p>
        </p:txBody>
      </p:sp>
    </p:spTree>
    <p:extLst>
      <p:ext uri="{BB962C8B-B14F-4D97-AF65-F5344CB8AC3E}">
        <p14:creationId xmlns:p14="http://schemas.microsoft.com/office/powerpoint/2010/main" val="224228644"/>
      </p:ext>
    </p:extLst>
  </p:cSld>
  <p:clrMapOvr>
    <a:masterClrMapping/>
  </p:clrMapOvr>
  <p:transition spd="slow">
    <p:push dir="u"/>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81F33B-2421-2CC1-180E-56396701BC6B}"/>
            </a:ext>
          </a:extLst>
        </p:cNvPr>
        <p:cNvGrpSpPr/>
        <p:nvPr/>
      </p:nvGrpSpPr>
      <p:grpSpPr>
        <a:xfrm>
          <a:off x="0" y="0"/>
          <a:ext cx="0" cy="0"/>
          <a:chOff x="0" y="0"/>
          <a:chExt cx="0" cy="0"/>
        </a:xfrm>
      </p:grpSpPr>
      <p:sp>
        <p:nvSpPr>
          <p:cNvPr id="5" name="Rectangle">
            <a:extLst>
              <a:ext uri="{FF2B5EF4-FFF2-40B4-BE49-F238E27FC236}">
                <a16:creationId xmlns:a16="http://schemas.microsoft.com/office/drawing/2014/main" id="{8A4860B6-0385-4CD9-6B54-5A31214BB854}"/>
              </a:ext>
            </a:extLst>
          </p:cNvPr>
          <p:cNvSpPr/>
          <p:nvPr/>
        </p:nvSpPr>
        <p:spPr>
          <a:xfrm flipH="1">
            <a:off x="-24000" y="-2"/>
            <a:ext cx="2469463" cy="6858000"/>
          </a:xfrm>
          <a:prstGeom prst="rect">
            <a:avLst/>
          </a:prstGeom>
          <a:solidFill>
            <a:srgbClr val="F28E01"/>
          </a:solidFill>
          <a:ln w="12700">
            <a:miter lim="400000"/>
          </a:ln>
        </p:spPr>
        <p:txBody>
          <a:bodyPr lIns="50800" tIns="50800" rIns="50800" bIns="50800" anchor="ctr"/>
          <a:lstStyle/>
          <a:p>
            <a:pPr defTabSz="1130300">
              <a:defRPr sz="3200">
                <a:solidFill>
                  <a:srgbClr val="FFFFFF"/>
                </a:solidFill>
                <a:latin typeface="Graphik"/>
                <a:ea typeface="Graphik"/>
                <a:cs typeface="Graphik"/>
                <a:sym typeface="Graphik"/>
              </a:defRPr>
            </a:pPr>
            <a:endParaRPr sz="3200" baseline="-25000"/>
          </a:p>
        </p:txBody>
      </p:sp>
      <p:sp>
        <p:nvSpPr>
          <p:cNvPr id="8" name="Rectangle">
            <a:extLst>
              <a:ext uri="{FF2B5EF4-FFF2-40B4-BE49-F238E27FC236}">
                <a16:creationId xmlns:a16="http://schemas.microsoft.com/office/drawing/2014/main" id="{461A7112-B23E-185A-56BA-4A5EE2906438}"/>
              </a:ext>
            </a:extLst>
          </p:cNvPr>
          <p:cNvSpPr/>
          <p:nvPr/>
        </p:nvSpPr>
        <p:spPr>
          <a:xfrm flipH="1">
            <a:off x="11496000" y="1"/>
            <a:ext cx="257907" cy="6858000"/>
          </a:xfrm>
          <a:prstGeom prst="rect">
            <a:avLst/>
          </a:prstGeom>
          <a:solidFill>
            <a:srgbClr val="F28E01"/>
          </a:solidFill>
          <a:ln w="12700">
            <a:miter lim="400000"/>
          </a:ln>
        </p:spPr>
        <p:txBody>
          <a:bodyPr lIns="50800" tIns="50800" rIns="50800" bIns="50800" anchor="ctr"/>
          <a:lstStyle/>
          <a:p>
            <a:pPr defTabSz="1130300">
              <a:defRPr sz="3300">
                <a:solidFill>
                  <a:srgbClr val="FFFFFF"/>
                </a:solidFill>
                <a:latin typeface="Graphik"/>
                <a:ea typeface="Graphik"/>
                <a:cs typeface="Graphik"/>
                <a:sym typeface="Graphik"/>
              </a:defRPr>
            </a:pPr>
            <a:endParaRPr sz="3300"/>
          </a:p>
        </p:txBody>
      </p:sp>
      <p:sp>
        <p:nvSpPr>
          <p:cNvPr id="14" name="Title 1">
            <a:extLst>
              <a:ext uri="{FF2B5EF4-FFF2-40B4-BE49-F238E27FC236}">
                <a16:creationId xmlns:a16="http://schemas.microsoft.com/office/drawing/2014/main" id="{B8883954-0C9F-0212-3110-554587DBE435}"/>
              </a:ext>
            </a:extLst>
          </p:cNvPr>
          <p:cNvSpPr>
            <a:spLocks noGrp="1"/>
          </p:cNvSpPr>
          <p:nvPr>
            <p:ph type="title"/>
          </p:nvPr>
        </p:nvSpPr>
        <p:spPr>
          <a:xfrm>
            <a:off x="2514600" y="65722"/>
            <a:ext cx="8839200" cy="609600"/>
          </a:xfrm>
        </p:spPr>
        <p:txBody>
          <a:bodyPr>
            <a:noAutofit/>
          </a:bodyPr>
          <a:lstStyle/>
          <a:p>
            <a:r>
              <a:rPr lang="en-IN" sz="3600" dirty="0"/>
              <a:t>PROJECT MODULE CODE</a:t>
            </a:r>
          </a:p>
        </p:txBody>
      </p:sp>
      <p:pic>
        <p:nvPicPr>
          <p:cNvPr id="6" name="Picture 5">
            <a:extLst>
              <a:ext uri="{FF2B5EF4-FFF2-40B4-BE49-F238E27FC236}">
                <a16:creationId xmlns:a16="http://schemas.microsoft.com/office/drawing/2014/main" id="{DEC88990-B4BC-5B5F-D0C6-CEC104E047B8}"/>
              </a:ext>
            </a:extLst>
          </p:cNvPr>
          <p:cNvPicPr>
            <a:picLocks noChangeAspect="1"/>
          </p:cNvPicPr>
          <p:nvPr/>
        </p:nvPicPr>
        <p:blipFill>
          <a:blip r:embed="rId3"/>
          <a:stretch>
            <a:fillRect/>
          </a:stretch>
        </p:blipFill>
        <p:spPr>
          <a:xfrm>
            <a:off x="2514601" y="626283"/>
            <a:ext cx="3980908" cy="2926080"/>
          </a:xfrm>
          <a:prstGeom prst="rect">
            <a:avLst/>
          </a:prstGeom>
        </p:spPr>
      </p:pic>
      <p:pic>
        <p:nvPicPr>
          <p:cNvPr id="9" name="Picture 8">
            <a:extLst>
              <a:ext uri="{FF2B5EF4-FFF2-40B4-BE49-F238E27FC236}">
                <a16:creationId xmlns:a16="http://schemas.microsoft.com/office/drawing/2014/main" id="{CBBF26F2-6888-1C67-EDF2-39B0FC92D48B}"/>
              </a:ext>
            </a:extLst>
          </p:cNvPr>
          <p:cNvPicPr>
            <a:picLocks noChangeAspect="1"/>
          </p:cNvPicPr>
          <p:nvPr/>
        </p:nvPicPr>
        <p:blipFill>
          <a:blip r:embed="rId4"/>
          <a:stretch>
            <a:fillRect/>
          </a:stretch>
        </p:blipFill>
        <p:spPr>
          <a:xfrm>
            <a:off x="6671942" y="626283"/>
            <a:ext cx="4750996" cy="2926080"/>
          </a:xfrm>
          <a:prstGeom prst="rect">
            <a:avLst/>
          </a:prstGeom>
        </p:spPr>
      </p:pic>
      <p:pic>
        <p:nvPicPr>
          <p:cNvPr id="11" name="Picture 10">
            <a:extLst>
              <a:ext uri="{FF2B5EF4-FFF2-40B4-BE49-F238E27FC236}">
                <a16:creationId xmlns:a16="http://schemas.microsoft.com/office/drawing/2014/main" id="{4AB6405F-B88C-23A8-C854-D0D0175760AC}"/>
              </a:ext>
            </a:extLst>
          </p:cNvPr>
          <p:cNvPicPr>
            <a:picLocks noChangeAspect="1"/>
          </p:cNvPicPr>
          <p:nvPr/>
        </p:nvPicPr>
        <p:blipFill>
          <a:blip r:embed="rId5"/>
          <a:stretch>
            <a:fillRect/>
          </a:stretch>
        </p:blipFill>
        <p:spPr>
          <a:xfrm>
            <a:off x="2587663" y="4195074"/>
            <a:ext cx="8980130" cy="2184400"/>
          </a:xfrm>
          <a:prstGeom prst="rect">
            <a:avLst/>
          </a:prstGeom>
        </p:spPr>
      </p:pic>
      <p:sp>
        <p:nvSpPr>
          <p:cNvPr id="10" name="TextBox 9">
            <a:extLst>
              <a:ext uri="{FF2B5EF4-FFF2-40B4-BE49-F238E27FC236}">
                <a16:creationId xmlns:a16="http://schemas.microsoft.com/office/drawing/2014/main" id="{667165B0-E68C-EDD1-8A10-BD14C8E28D22}"/>
              </a:ext>
            </a:extLst>
          </p:cNvPr>
          <p:cNvSpPr txBox="1"/>
          <p:nvPr/>
        </p:nvSpPr>
        <p:spPr>
          <a:xfrm>
            <a:off x="2566881" y="3643668"/>
            <a:ext cx="3980907" cy="369332"/>
          </a:xfrm>
          <a:prstGeom prst="rect">
            <a:avLst/>
          </a:prstGeom>
          <a:noFill/>
        </p:spPr>
        <p:txBody>
          <a:bodyPr wrap="square" rtlCol="0">
            <a:spAutoFit/>
          </a:bodyPr>
          <a:lstStyle/>
          <a:p>
            <a:r>
              <a:rPr lang="en-US" dirty="0"/>
              <a:t>Traffic Light Pin-Mapping Configuration</a:t>
            </a:r>
          </a:p>
        </p:txBody>
      </p:sp>
      <p:sp>
        <p:nvSpPr>
          <p:cNvPr id="12" name="TextBox 11">
            <a:extLst>
              <a:ext uri="{FF2B5EF4-FFF2-40B4-BE49-F238E27FC236}">
                <a16:creationId xmlns:a16="http://schemas.microsoft.com/office/drawing/2014/main" id="{2FC092ED-7E91-CEE7-A6DE-C09D27007C47}"/>
              </a:ext>
            </a:extLst>
          </p:cNvPr>
          <p:cNvSpPr txBox="1"/>
          <p:nvPr/>
        </p:nvSpPr>
        <p:spPr>
          <a:xfrm>
            <a:off x="6547788" y="3663122"/>
            <a:ext cx="5079140" cy="646331"/>
          </a:xfrm>
          <a:prstGeom prst="rect">
            <a:avLst/>
          </a:prstGeom>
          <a:noFill/>
        </p:spPr>
        <p:txBody>
          <a:bodyPr wrap="square" rtlCol="0">
            <a:spAutoFit/>
          </a:bodyPr>
          <a:lstStyle/>
          <a:p>
            <a:r>
              <a:rPr lang="en-US" dirty="0"/>
              <a:t>Backend Traffic Control Logic &amp; Emergency Handling</a:t>
            </a:r>
          </a:p>
          <a:p>
            <a:endParaRPr lang="en-US" dirty="0"/>
          </a:p>
        </p:txBody>
      </p:sp>
      <p:sp>
        <p:nvSpPr>
          <p:cNvPr id="13" name="TextBox 12">
            <a:extLst>
              <a:ext uri="{FF2B5EF4-FFF2-40B4-BE49-F238E27FC236}">
                <a16:creationId xmlns:a16="http://schemas.microsoft.com/office/drawing/2014/main" id="{8E902975-2034-C90B-9707-FBB1991AF5DE}"/>
              </a:ext>
            </a:extLst>
          </p:cNvPr>
          <p:cNvSpPr txBox="1"/>
          <p:nvPr/>
        </p:nvSpPr>
        <p:spPr>
          <a:xfrm>
            <a:off x="4962553" y="6520709"/>
            <a:ext cx="3943293" cy="369332"/>
          </a:xfrm>
          <a:prstGeom prst="rect">
            <a:avLst/>
          </a:prstGeom>
          <a:noFill/>
        </p:spPr>
        <p:txBody>
          <a:bodyPr wrap="square" rtlCol="0">
            <a:spAutoFit/>
          </a:bodyPr>
          <a:lstStyle/>
          <a:p>
            <a:r>
              <a:rPr lang="en-US" dirty="0"/>
              <a:t>Web Dashboard UI Rendering Module</a:t>
            </a:r>
          </a:p>
        </p:txBody>
      </p:sp>
    </p:spTree>
    <p:extLst>
      <p:ext uri="{BB962C8B-B14F-4D97-AF65-F5344CB8AC3E}">
        <p14:creationId xmlns:p14="http://schemas.microsoft.com/office/powerpoint/2010/main" val="1254177044"/>
      </p:ext>
    </p:extLst>
  </p:cSld>
  <p:clrMapOvr>
    <a:masterClrMapping/>
  </p:clrMapOvr>
  <p:transition spd="slow">
    <p:push dir="u"/>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D4A409-2B34-DCD8-3803-800B2346B585}"/>
            </a:ext>
          </a:extLst>
        </p:cNvPr>
        <p:cNvGrpSpPr/>
        <p:nvPr/>
      </p:nvGrpSpPr>
      <p:grpSpPr>
        <a:xfrm>
          <a:off x="0" y="0"/>
          <a:ext cx="0" cy="0"/>
          <a:chOff x="0" y="0"/>
          <a:chExt cx="0" cy="0"/>
        </a:xfrm>
      </p:grpSpPr>
      <p:sp>
        <p:nvSpPr>
          <p:cNvPr id="5" name="Rectangle">
            <a:extLst>
              <a:ext uri="{FF2B5EF4-FFF2-40B4-BE49-F238E27FC236}">
                <a16:creationId xmlns:a16="http://schemas.microsoft.com/office/drawing/2014/main" id="{4C6B8799-18D8-E80E-B875-6C897F766411}"/>
              </a:ext>
            </a:extLst>
          </p:cNvPr>
          <p:cNvSpPr/>
          <p:nvPr/>
        </p:nvSpPr>
        <p:spPr>
          <a:xfrm flipH="1">
            <a:off x="-24000" y="-2"/>
            <a:ext cx="2469463" cy="6858000"/>
          </a:xfrm>
          <a:prstGeom prst="rect">
            <a:avLst/>
          </a:prstGeom>
          <a:solidFill>
            <a:srgbClr val="F28E01"/>
          </a:solidFill>
          <a:ln w="12700">
            <a:miter lim="400000"/>
          </a:ln>
        </p:spPr>
        <p:txBody>
          <a:bodyPr lIns="50800" tIns="50800" rIns="50800" bIns="50800" anchor="ctr"/>
          <a:lstStyle/>
          <a:p>
            <a:pPr defTabSz="1130300">
              <a:defRPr sz="3200">
                <a:solidFill>
                  <a:srgbClr val="FFFFFF"/>
                </a:solidFill>
                <a:latin typeface="Graphik"/>
                <a:ea typeface="Graphik"/>
                <a:cs typeface="Graphik"/>
                <a:sym typeface="Graphik"/>
              </a:defRPr>
            </a:pPr>
            <a:endParaRPr sz="3200" baseline="-25000"/>
          </a:p>
        </p:txBody>
      </p:sp>
      <p:sp>
        <p:nvSpPr>
          <p:cNvPr id="8" name="Rectangle">
            <a:extLst>
              <a:ext uri="{FF2B5EF4-FFF2-40B4-BE49-F238E27FC236}">
                <a16:creationId xmlns:a16="http://schemas.microsoft.com/office/drawing/2014/main" id="{663D2D67-DED1-DF01-C4E2-44FC130B6378}"/>
              </a:ext>
            </a:extLst>
          </p:cNvPr>
          <p:cNvSpPr/>
          <p:nvPr/>
        </p:nvSpPr>
        <p:spPr>
          <a:xfrm flipH="1">
            <a:off x="11496000" y="1"/>
            <a:ext cx="257907" cy="6858000"/>
          </a:xfrm>
          <a:prstGeom prst="rect">
            <a:avLst/>
          </a:prstGeom>
          <a:solidFill>
            <a:srgbClr val="F28E01"/>
          </a:solidFill>
          <a:ln w="12700">
            <a:miter lim="400000"/>
          </a:ln>
        </p:spPr>
        <p:txBody>
          <a:bodyPr lIns="50800" tIns="50800" rIns="50800" bIns="50800" anchor="ctr"/>
          <a:lstStyle/>
          <a:p>
            <a:pPr defTabSz="1130300">
              <a:defRPr sz="3300">
                <a:solidFill>
                  <a:srgbClr val="FFFFFF"/>
                </a:solidFill>
                <a:latin typeface="Graphik"/>
                <a:ea typeface="Graphik"/>
                <a:cs typeface="Graphik"/>
                <a:sym typeface="Graphik"/>
              </a:defRPr>
            </a:pPr>
            <a:endParaRPr sz="3300"/>
          </a:p>
        </p:txBody>
      </p:sp>
      <p:sp>
        <p:nvSpPr>
          <p:cNvPr id="15" name="Content Placeholder 2">
            <a:extLst>
              <a:ext uri="{FF2B5EF4-FFF2-40B4-BE49-F238E27FC236}">
                <a16:creationId xmlns:a16="http://schemas.microsoft.com/office/drawing/2014/main" id="{266DF55B-8998-DD5A-2430-6C1C6B3BE756}"/>
              </a:ext>
            </a:extLst>
          </p:cNvPr>
          <p:cNvSpPr>
            <a:spLocks noGrp="1"/>
          </p:cNvSpPr>
          <p:nvPr>
            <p:ph idx="1"/>
          </p:nvPr>
        </p:nvSpPr>
        <p:spPr>
          <a:xfrm>
            <a:off x="2743199" y="381000"/>
            <a:ext cx="8443337" cy="6172199"/>
          </a:xfrm>
        </p:spPr>
        <p:txBody>
          <a:bodyPr>
            <a:normAutofit/>
          </a:bodyPr>
          <a:lstStyle/>
          <a:p>
            <a:pPr>
              <a:buNone/>
            </a:pPr>
            <a:endParaRPr lang="en-IN" dirty="0"/>
          </a:p>
          <a:p>
            <a:pPr marL="0" indent="0">
              <a:buNone/>
            </a:pPr>
            <a:endParaRPr lang="en-IN" dirty="0"/>
          </a:p>
          <a:p>
            <a:pPr marL="0" indent="0" algn="ctr">
              <a:buNone/>
            </a:pPr>
            <a:endParaRPr lang="en-US" dirty="0"/>
          </a:p>
          <a:p>
            <a:pPr marL="0" indent="0" algn="ctr">
              <a:buNone/>
            </a:pPr>
            <a:endParaRPr lang="en-US" dirty="0"/>
          </a:p>
          <a:p>
            <a:pPr marL="0" indent="0" algn="ctr">
              <a:buNone/>
            </a:pPr>
            <a:endParaRPr lang="en-US" dirty="0"/>
          </a:p>
          <a:p>
            <a:pPr marL="0" indent="0" algn="ctr">
              <a:buNone/>
            </a:pPr>
            <a:r>
              <a:rPr lang="en-US" sz="5400" b="1" dirty="0"/>
              <a:t>8. </a:t>
            </a:r>
            <a:r>
              <a:rPr lang="en-IN" sz="5400" b="1" dirty="0"/>
              <a:t>TESTING</a:t>
            </a:r>
          </a:p>
        </p:txBody>
      </p:sp>
    </p:spTree>
    <p:extLst>
      <p:ext uri="{BB962C8B-B14F-4D97-AF65-F5344CB8AC3E}">
        <p14:creationId xmlns:p14="http://schemas.microsoft.com/office/powerpoint/2010/main" val="3108043529"/>
      </p:ext>
    </p:extLst>
  </p:cSld>
  <p:clrMapOvr>
    <a:masterClrMapping/>
  </p:clrMapOvr>
  <p:transition spd="med">
    <p:pull/>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FBD815-53B5-4A32-3C22-631F774390DD}"/>
            </a:ext>
          </a:extLst>
        </p:cNvPr>
        <p:cNvGrpSpPr/>
        <p:nvPr/>
      </p:nvGrpSpPr>
      <p:grpSpPr>
        <a:xfrm>
          <a:off x="0" y="0"/>
          <a:ext cx="0" cy="0"/>
          <a:chOff x="0" y="0"/>
          <a:chExt cx="0" cy="0"/>
        </a:xfrm>
      </p:grpSpPr>
      <p:sp>
        <p:nvSpPr>
          <p:cNvPr id="5" name="Rectangle">
            <a:extLst>
              <a:ext uri="{FF2B5EF4-FFF2-40B4-BE49-F238E27FC236}">
                <a16:creationId xmlns:a16="http://schemas.microsoft.com/office/drawing/2014/main" id="{E49C82C4-F891-7A98-504A-A93E6950D212}"/>
              </a:ext>
            </a:extLst>
          </p:cNvPr>
          <p:cNvSpPr/>
          <p:nvPr/>
        </p:nvSpPr>
        <p:spPr>
          <a:xfrm flipH="1">
            <a:off x="-24000" y="-2"/>
            <a:ext cx="2469463" cy="6858000"/>
          </a:xfrm>
          <a:prstGeom prst="rect">
            <a:avLst/>
          </a:prstGeom>
          <a:solidFill>
            <a:srgbClr val="F28E01"/>
          </a:solidFill>
          <a:ln w="12700">
            <a:miter lim="400000"/>
          </a:ln>
        </p:spPr>
        <p:txBody>
          <a:bodyPr lIns="50800" tIns="50800" rIns="50800" bIns="50800" anchor="ctr"/>
          <a:lstStyle/>
          <a:p>
            <a:pPr defTabSz="1130300">
              <a:defRPr sz="3200">
                <a:solidFill>
                  <a:srgbClr val="FFFFFF"/>
                </a:solidFill>
                <a:latin typeface="Graphik"/>
                <a:ea typeface="Graphik"/>
                <a:cs typeface="Graphik"/>
                <a:sym typeface="Graphik"/>
              </a:defRPr>
            </a:pPr>
            <a:endParaRPr sz="3200" baseline="-25000"/>
          </a:p>
        </p:txBody>
      </p:sp>
      <p:sp>
        <p:nvSpPr>
          <p:cNvPr id="8" name="Rectangle">
            <a:extLst>
              <a:ext uri="{FF2B5EF4-FFF2-40B4-BE49-F238E27FC236}">
                <a16:creationId xmlns:a16="http://schemas.microsoft.com/office/drawing/2014/main" id="{40E26603-C7D6-1388-A6DD-31FA68D37359}"/>
              </a:ext>
            </a:extLst>
          </p:cNvPr>
          <p:cNvSpPr/>
          <p:nvPr/>
        </p:nvSpPr>
        <p:spPr>
          <a:xfrm flipH="1">
            <a:off x="11496000" y="1"/>
            <a:ext cx="257907" cy="6858000"/>
          </a:xfrm>
          <a:prstGeom prst="rect">
            <a:avLst/>
          </a:prstGeom>
          <a:solidFill>
            <a:srgbClr val="F28E01"/>
          </a:solidFill>
          <a:ln w="12700">
            <a:miter lim="400000"/>
          </a:ln>
        </p:spPr>
        <p:txBody>
          <a:bodyPr lIns="50800" tIns="50800" rIns="50800" bIns="50800" anchor="ctr"/>
          <a:lstStyle/>
          <a:p>
            <a:pPr defTabSz="1130300">
              <a:defRPr sz="3300">
                <a:solidFill>
                  <a:srgbClr val="FFFFFF"/>
                </a:solidFill>
                <a:latin typeface="Graphik"/>
                <a:ea typeface="Graphik"/>
                <a:cs typeface="Graphik"/>
                <a:sym typeface="Graphik"/>
              </a:defRPr>
            </a:pPr>
            <a:endParaRPr sz="3300"/>
          </a:p>
        </p:txBody>
      </p:sp>
      <p:sp>
        <p:nvSpPr>
          <p:cNvPr id="14" name="Title 1">
            <a:extLst>
              <a:ext uri="{FF2B5EF4-FFF2-40B4-BE49-F238E27FC236}">
                <a16:creationId xmlns:a16="http://schemas.microsoft.com/office/drawing/2014/main" id="{D1F630D1-BA96-4338-C67C-8C17F07356DB}"/>
              </a:ext>
            </a:extLst>
          </p:cNvPr>
          <p:cNvSpPr>
            <a:spLocks noGrp="1"/>
          </p:cNvSpPr>
          <p:nvPr>
            <p:ph type="title"/>
          </p:nvPr>
        </p:nvSpPr>
        <p:spPr>
          <a:xfrm>
            <a:off x="2514600" y="152400"/>
            <a:ext cx="8839200" cy="1143000"/>
          </a:xfrm>
        </p:spPr>
        <p:txBody>
          <a:bodyPr>
            <a:normAutofit/>
          </a:bodyPr>
          <a:lstStyle/>
          <a:p>
            <a:r>
              <a:rPr lang="en-IN" dirty="0"/>
              <a:t>PROJECT TESTING</a:t>
            </a:r>
          </a:p>
        </p:txBody>
      </p:sp>
      <p:sp>
        <p:nvSpPr>
          <p:cNvPr id="15" name="Content Placeholder 2">
            <a:extLst>
              <a:ext uri="{FF2B5EF4-FFF2-40B4-BE49-F238E27FC236}">
                <a16:creationId xmlns:a16="http://schemas.microsoft.com/office/drawing/2014/main" id="{1A8EDD32-A670-8A38-0179-2FAA5B91389A}"/>
              </a:ext>
            </a:extLst>
          </p:cNvPr>
          <p:cNvSpPr>
            <a:spLocks noGrp="1"/>
          </p:cNvSpPr>
          <p:nvPr>
            <p:ph idx="1"/>
          </p:nvPr>
        </p:nvSpPr>
        <p:spPr>
          <a:xfrm>
            <a:off x="2587663" y="1524000"/>
            <a:ext cx="8766137" cy="4495800"/>
          </a:xfrm>
        </p:spPr>
        <p:txBody>
          <a:bodyPr>
            <a:normAutofit/>
          </a:bodyPr>
          <a:lstStyle/>
          <a:p>
            <a:pPr>
              <a:buFont typeface="Wingdings" panose="05000000000000000000" pitchFamily="2" charset="2"/>
              <a:buChar char="Ø"/>
            </a:pPr>
            <a:r>
              <a:rPr lang="en-US" sz="2400" b="1" dirty="0"/>
              <a:t>Objectives of Testing</a:t>
            </a:r>
          </a:p>
          <a:p>
            <a:pPr lvl="1"/>
            <a:r>
              <a:rPr lang="en-US" dirty="0"/>
              <a:t>Ensure traffic lights change correctly</a:t>
            </a:r>
          </a:p>
          <a:p>
            <a:pPr lvl="1"/>
            <a:r>
              <a:rPr lang="en-US" dirty="0"/>
              <a:t>Confirm emergency mode works instantly</a:t>
            </a:r>
          </a:p>
          <a:p>
            <a:pPr lvl="1"/>
            <a:r>
              <a:rPr lang="en-US" dirty="0"/>
              <a:t>Check web dashboard controls work</a:t>
            </a:r>
          </a:p>
          <a:p>
            <a:pPr lvl="1"/>
            <a:r>
              <a:rPr lang="en-US" dirty="0"/>
              <a:t>Verify OLED shows correct countdown</a:t>
            </a:r>
          </a:p>
          <a:p>
            <a:pPr>
              <a:buFont typeface="Wingdings" panose="05000000000000000000" pitchFamily="2" charset="2"/>
              <a:buChar char="Ø"/>
            </a:pPr>
            <a:r>
              <a:rPr lang="en-US" sz="2400" b="1" dirty="0"/>
              <a:t>Types of Testing Performed</a:t>
            </a:r>
          </a:p>
          <a:p>
            <a:pPr lvl="1"/>
            <a:r>
              <a:rPr lang="en-US" dirty="0"/>
              <a:t>LED testing</a:t>
            </a:r>
          </a:p>
          <a:p>
            <a:pPr lvl="1"/>
            <a:r>
              <a:rPr lang="en-US" dirty="0"/>
              <a:t>Auto mode testing</a:t>
            </a:r>
          </a:p>
          <a:p>
            <a:pPr lvl="1"/>
            <a:r>
              <a:rPr lang="en-US" dirty="0"/>
              <a:t>Emergency mode testing</a:t>
            </a:r>
          </a:p>
          <a:p>
            <a:pPr lvl="1"/>
            <a:r>
              <a:rPr lang="en-US" dirty="0"/>
              <a:t>Web UI testing</a:t>
            </a:r>
          </a:p>
          <a:p>
            <a:pPr lvl="1"/>
            <a:r>
              <a:rPr lang="en-US" dirty="0"/>
              <a:t>OLED display testing</a:t>
            </a:r>
          </a:p>
        </p:txBody>
      </p:sp>
    </p:spTree>
    <p:extLst>
      <p:ext uri="{BB962C8B-B14F-4D97-AF65-F5344CB8AC3E}">
        <p14:creationId xmlns:p14="http://schemas.microsoft.com/office/powerpoint/2010/main" val="340415564"/>
      </p:ext>
    </p:extLst>
  </p:cSld>
  <p:clrMapOvr>
    <a:masterClrMapping/>
  </p:clrMapOvr>
  <p:transition spd="slow">
    <p:push dir="u"/>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C39411-A472-6054-0691-F168F16F18DC}"/>
            </a:ext>
          </a:extLst>
        </p:cNvPr>
        <p:cNvGrpSpPr/>
        <p:nvPr/>
      </p:nvGrpSpPr>
      <p:grpSpPr>
        <a:xfrm>
          <a:off x="0" y="0"/>
          <a:ext cx="0" cy="0"/>
          <a:chOff x="0" y="0"/>
          <a:chExt cx="0" cy="0"/>
        </a:xfrm>
      </p:grpSpPr>
      <p:sp>
        <p:nvSpPr>
          <p:cNvPr id="5" name="Rectangle">
            <a:extLst>
              <a:ext uri="{FF2B5EF4-FFF2-40B4-BE49-F238E27FC236}">
                <a16:creationId xmlns:a16="http://schemas.microsoft.com/office/drawing/2014/main" id="{74014992-9EF5-02F9-70E5-A8CC084B4C74}"/>
              </a:ext>
            </a:extLst>
          </p:cNvPr>
          <p:cNvSpPr/>
          <p:nvPr/>
        </p:nvSpPr>
        <p:spPr>
          <a:xfrm flipH="1">
            <a:off x="-24000" y="-2"/>
            <a:ext cx="2469463" cy="6858000"/>
          </a:xfrm>
          <a:prstGeom prst="rect">
            <a:avLst/>
          </a:prstGeom>
          <a:solidFill>
            <a:srgbClr val="F28E01"/>
          </a:solidFill>
          <a:ln w="12700">
            <a:miter lim="400000"/>
          </a:ln>
        </p:spPr>
        <p:txBody>
          <a:bodyPr lIns="50800" tIns="50800" rIns="50800" bIns="50800" anchor="ctr"/>
          <a:lstStyle/>
          <a:p>
            <a:pPr defTabSz="1130300">
              <a:defRPr sz="3200">
                <a:solidFill>
                  <a:srgbClr val="FFFFFF"/>
                </a:solidFill>
                <a:latin typeface="Graphik"/>
                <a:ea typeface="Graphik"/>
                <a:cs typeface="Graphik"/>
                <a:sym typeface="Graphik"/>
              </a:defRPr>
            </a:pPr>
            <a:endParaRPr sz="3200" baseline="-25000"/>
          </a:p>
        </p:txBody>
      </p:sp>
      <p:sp>
        <p:nvSpPr>
          <p:cNvPr id="8" name="Rectangle">
            <a:extLst>
              <a:ext uri="{FF2B5EF4-FFF2-40B4-BE49-F238E27FC236}">
                <a16:creationId xmlns:a16="http://schemas.microsoft.com/office/drawing/2014/main" id="{F5DD0594-BC89-5F9E-73F4-D77E2F1F598B}"/>
              </a:ext>
            </a:extLst>
          </p:cNvPr>
          <p:cNvSpPr/>
          <p:nvPr/>
        </p:nvSpPr>
        <p:spPr>
          <a:xfrm flipH="1">
            <a:off x="11496000" y="1"/>
            <a:ext cx="257907" cy="6858000"/>
          </a:xfrm>
          <a:prstGeom prst="rect">
            <a:avLst/>
          </a:prstGeom>
          <a:solidFill>
            <a:srgbClr val="F28E01"/>
          </a:solidFill>
          <a:ln w="12700">
            <a:miter lim="400000"/>
          </a:ln>
        </p:spPr>
        <p:txBody>
          <a:bodyPr lIns="50800" tIns="50800" rIns="50800" bIns="50800" anchor="ctr"/>
          <a:lstStyle/>
          <a:p>
            <a:pPr defTabSz="1130300">
              <a:defRPr sz="3300">
                <a:solidFill>
                  <a:srgbClr val="FFFFFF"/>
                </a:solidFill>
                <a:latin typeface="Graphik"/>
                <a:ea typeface="Graphik"/>
                <a:cs typeface="Graphik"/>
                <a:sym typeface="Graphik"/>
              </a:defRPr>
            </a:pPr>
            <a:endParaRPr sz="3300"/>
          </a:p>
        </p:txBody>
      </p:sp>
      <p:sp>
        <p:nvSpPr>
          <p:cNvPr id="14" name="Title 1">
            <a:extLst>
              <a:ext uri="{FF2B5EF4-FFF2-40B4-BE49-F238E27FC236}">
                <a16:creationId xmlns:a16="http://schemas.microsoft.com/office/drawing/2014/main" id="{41BEA88C-FB99-3BCF-C1A2-D3DDDE370A59}"/>
              </a:ext>
            </a:extLst>
          </p:cNvPr>
          <p:cNvSpPr>
            <a:spLocks noGrp="1"/>
          </p:cNvSpPr>
          <p:nvPr>
            <p:ph type="title"/>
          </p:nvPr>
        </p:nvSpPr>
        <p:spPr>
          <a:xfrm>
            <a:off x="2514600" y="152400"/>
            <a:ext cx="8839200" cy="1143000"/>
          </a:xfrm>
        </p:spPr>
        <p:txBody>
          <a:bodyPr>
            <a:normAutofit/>
          </a:bodyPr>
          <a:lstStyle/>
          <a:p>
            <a:r>
              <a:rPr lang="en-IN" dirty="0"/>
              <a:t>PROJECT TESTING</a:t>
            </a:r>
          </a:p>
        </p:txBody>
      </p:sp>
      <p:graphicFrame>
        <p:nvGraphicFramePr>
          <p:cNvPr id="2" name="Table 1">
            <a:extLst>
              <a:ext uri="{FF2B5EF4-FFF2-40B4-BE49-F238E27FC236}">
                <a16:creationId xmlns:a16="http://schemas.microsoft.com/office/drawing/2014/main" id="{932A7B8C-898F-1331-477C-F2B75072F620}"/>
              </a:ext>
            </a:extLst>
          </p:cNvPr>
          <p:cNvGraphicFramePr>
            <a:graphicFrameLocks noGrp="1"/>
          </p:cNvGraphicFramePr>
          <p:nvPr>
            <p:extLst>
              <p:ext uri="{D42A27DB-BD31-4B8C-83A1-F6EECF244321}">
                <p14:modId xmlns:p14="http://schemas.microsoft.com/office/powerpoint/2010/main" val="2177464292"/>
              </p:ext>
            </p:extLst>
          </p:nvPr>
        </p:nvGraphicFramePr>
        <p:xfrm>
          <a:off x="2562263" y="2257107"/>
          <a:ext cx="8649165" cy="3571240"/>
        </p:xfrm>
        <a:graphic>
          <a:graphicData uri="http://schemas.openxmlformats.org/drawingml/2006/table">
            <a:tbl>
              <a:tblPr firstRow="1" bandRow="1">
                <a:tableStyleId>{5C22544A-7EE6-4342-B048-85BDC9FD1C3A}</a:tableStyleId>
              </a:tblPr>
              <a:tblGrid>
                <a:gridCol w="1024923">
                  <a:extLst>
                    <a:ext uri="{9D8B030D-6E8A-4147-A177-3AD203B41FA5}">
                      <a16:colId xmlns:a16="http://schemas.microsoft.com/office/drawing/2014/main" val="1699745997"/>
                    </a:ext>
                  </a:extLst>
                </a:gridCol>
                <a:gridCol w="4459726">
                  <a:extLst>
                    <a:ext uri="{9D8B030D-6E8A-4147-A177-3AD203B41FA5}">
                      <a16:colId xmlns:a16="http://schemas.microsoft.com/office/drawing/2014/main" val="2511281741"/>
                    </a:ext>
                  </a:extLst>
                </a:gridCol>
                <a:gridCol w="3164516">
                  <a:extLst>
                    <a:ext uri="{9D8B030D-6E8A-4147-A177-3AD203B41FA5}">
                      <a16:colId xmlns:a16="http://schemas.microsoft.com/office/drawing/2014/main" val="758898475"/>
                    </a:ext>
                  </a:extLst>
                </a:gridCol>
              </a:tblGrid>
              <a:tr h="370840">
                <a:tc>
                  <a:txBody>
                    <a:bodyPr/>
                    <a:lstStyle/>
                    <a:p>
                      <a:pPr algn="ctr"/>
                      <a:r>
                        <a:rPr lang="en-IN" dirty="0"/>
                        <a:t>Sl. No</a:t>
                      </a:r>
                    </a:p>
                  </a:txBody>
                  <a:tcPr/>
                </a:tc>
                <a:tc>
                  <a:txBody>
                    <a:bodyPr/>
                    <a:lstStyle/>
                    <a:p>
                      <a:pPr algn="ctr"/>
                      <a:r>
                        <a:rPr lang="en-IN" dirty="0"/>
                        <a:t>Testing tool/framework  name</a:t>
                      </a:r>
                    </a:p>
                  </a:txBody>
                  <a:tcPr/>
                </a:tc>
                <a:tc>
                  <a:txBody>
                    <a:bodyPr/>
                    <a:lstStyle/>
                    <a:p>
                      <a:pPr algn="ctr"/>
                      <a:r>
                        <a:rPr lang="en-IN" dirty="0"/>
                        <a:t>Purpose</a:t>
                      </a:r>
                    </a:p>
                  </a:txBody>
                  <a:tcPr/>
                </a:tc>
                <a:extLst>
                  <a:ext uri="{0D108BD9-81ED-4DB2-BD59-A6C34878D82A}">
                    <a16:rowId xmlns:a16="http://schemas.microsoft.com/office/drawing/2014/main" val="3243966864"/>
                  </a:ext>
                </a:extLst>
              </a:tr>
              <a:tr h="370840">
                <a:tc>
                  <a:txBody>
                    <a:bodyPr/>
                    <a:lstStyle/>
                    <a:p>
                      <a:pPr>
                        <a:buNone/>
                      </a:pPr>
                      <a:r>
                        <a:rPr lang="en-US" b="1"/>
                        <a:t>1</a:t>
                      </a:r>
                      <a:endParaRPr lang="en-US"/>
                    </a:p>
                  </a:txBody>
                  <a:tcPr anchor="ctr"/>
                </a:tc>
                <a:tc>
                  <a:txBody>
                    <a:bodyPr/>
                    <a:lstStyle/>
                    <a:p>
                      <a:pPr>
                        <a:buNone/>
                      </a:pPr>
                      <a:r>
                        <a:rPr lang="en-US" dirty="0"/>
                        <a:t>Serial Monitor (Arduino IDE)</a:t>
                      </a:r>
                    </a:p>
                  </a:txBody>
                  <a:tcPr anchor="ctr"/>
                </a:tc>
                <a:tc>
                  <a:txBody>
                    <a:bodyPr/>
                    <a:lstStyle/>
                    <a:p>
                      <a:pPr>
                        <a:buNone/>
                      </a:pPr>
                      <a:r>
                        <a:rPr lang="en-US" dirty="0"/>
                        <a:t>Observe logs, check timer values, debug system flow</a:t>
                      </a:r>
                    </a:p>
                  </a:txBody>
                  <a:tcPr anchor="ctr"/>
                </a:tc>
                <a:extLst>
                  <a:ext uri="{0D108BD9-81ED-4DB2-BD59-A6C34878D82A}">
                    <a16:rowId xmlns:a16="http://schemas.microsoft.com/office/drawing/2014/main" val="2349076446"/>
                  </a:ext>
                </a:extLst>
              </a:tr>
              <a:tr h="370840">
                <a:tc>
                  <a:txBody>
                    <a:bodyPr/>
                    <a:lstStyle/>
                    <a:p>
                      <a:pPr>
                        <a:buNone/>
                      </a:pPr>
                      <a:r>
                        <a:rPr lang="en-US" b="1"/>
                        <a:t>2</a:t>
                      </a:r>
                      <a:endParaRPr lang="en-US"/>
                    </a:p>
                  </a:txBody>
                  <a:tcPr anchor="ctr"/>
                </a:tc>
                <a:tc>
                  <a:txBody>
                    <a:bodyPr/>
                    <a:lstStyle/>
                    <a:p>
                      <a:pPr>
                        <a:buNone/>
                      </a:pPr>
                      <a:r>
                        <a:rPr lang="en-US"/>
                        <a:t>Web Browser (Chrome/Edge)</a:t>
                      </a:r>
                    </a:p>
                  </a:txBody>
                  <a:tcPr anchor="ctr"/>
                </a:tc>
                <a:tc>
                  <a:txBody>
                    <a:bodyPr/>
                    <a:lstStyle/>
                    <a:p>
                      <a:pPr>
                        <a:buNone/>
                      </a:pPr>
                      <a:r>
                        <a:rPr lang="en-US"/>
                        <a:t>Test dashboard buttons, API calls, live updates</a:t>
                      </a:r>
                    </a:p>
                  </a:txBody>
                  <a:tcPr anchor="ctr"/>
                </a:tc>
                <a:extLst>
                  <a:ext uri="{0D108BD9-81ED-4DB2-BD59-A6C34878D82A}">
                    <a16:rowId xmlns:a16="http://schemas.microsoft.com/office/drawing/2014/main" val="581938097"/>
                  </a:ext>
                </a:extLst>
              </a:tr>
              <a:tr h="370840">
                <a:tc>
                  <a:txBody>
                    <a:bodyPr/>
                    <a:lstStyle/>
                    <a:p>
                      <a:pPr>
                        <a:buNone/>
                      </a:pPr>
                      <a:r>
                        <a:rPr lang="en-US" b="1"/>
                        <a:t>3</a:t>
                      </a:r>
                      <a:endParaRPr lang="en-US"/>
                    </a:p>
                  </a:txBody>
                  <a:tcPr anchor="ctr"/>
                </a:tc>
                <a:tc>
                  <a:txBody>
                    <a:bodyPr/>
                    <a:lstStyle/>
                    <a:p>
                      <a:pPr>
                        <a:buNone/>
                      </a:pPr>
                      <a:r>
                        <a:rPr lang="en-US"/>
                        <a:t>ESP32 WebServer Library</a:t>
                      </a:r>
                    </a:p>
                  </a:txBody>
                  <a:tcPr anchor="ctr"/>
                </a:tc>
                <a:tc>
                  <a:txBody>
                    <a:bodyPr/>
                    <a:lstStyle/>
                    <a:p>
                      <a:pPr>
                        <a:buNone/>
                      </a:pPr>
                      <a:r>
                        <a:rPr lang="en-US" dirty="0"/>
                        <a:t>Validate backend responses &amp; status API</a:t>
                      </a:r>
                    </a:p>
                  </a:txBody>
                  <a:tcPr anchor="ctr"/>
                </a:tc>
                <a:extLst>
                  <a:ext uri="{0D108BD9-81ED-4DB2-BD59-A6C34878D82A}">
                    <a16:rowId xmlns:a16="http://schemas.microsoft.com/office/drawing/2014/main" val="820806914"/>
                  </a:ext>
                </a:extLst>
              </a:tr>
              <a:tr h="370840">
                <a:tc>
                  <a:txBody>
                    <a:bodyPr/>
                    <a:lstStyle/>
                    <a:p>
                      <a:pPr>
                        <a:buNone/>
                      </a:pPr>
                      <a:r>
                        <a:rPr lang="en-US" b="1"/>
                        <a:t>4</a:t>
                      </a:r>
                      <a:endParaRPr lang="en-US"/>
                    </a:p>
                  </a:txBody>
                  <a:tcPr anchor="ctr"/>
                </a:tc>
                <a:tc>
                  <a:txBody>
                    <a:bodyPr/>
                    <a:lstStyle/>
                    <a:p>
                      <a:pPr>
                        <a:buNone/>
                      </a:pPr>
                      <a:r>
                        <a:rPr lang="en-US" dirty="0"/>
                        <a:t>Multimeter (Basic Hardware Testing)</a:t>
                      </a:r>
                    </a:p>
                  </a:txBody>
                  <a:tcPr anchor="ctr"/>
                </a:tc>
                <a:tc>
                  <a:txBody>
                    <a:bodyPr/>
                    <a:lstStyle/>
                    <a:p>
                      <a:pPr>
                        <a:buNone/>
                      </a:pPr>
                      <a:r>
                        <a:rPr lang="en-US" dirty="0"/>
                        <a:t>Check voltage, continuity, LED connections</a:t>
                      </a:r>
                    </a:p>
                  </a:txBody>
                  <a:tcPr anchor="ctr"/>
                </a:tc>
                <a:extLst>
                  <a:ext uri="{0D108BD9-81ED-4DB2-BD59-A6C34878D82A}">
                    <a16:rowId xmlns:a16="http://schemas.microsoft.com/office/drawing/2014/main" val="3466122358"/>
                  </a:ext>
                </a:extLst>
              </a:tr>
              <a:tr h="370840">
                <a:tc>
                  <a:txBody>
                    <a:bodyPr/>
                    <a:lstStyle/>
                    <a:p>
                      <a:pPr>
                        <a:buNone/>
                      </a:pPr>
                      <a:r>
                        <a:rPr lang="en-US" b="1"/>
                        <a:t>5</a:t>
                      </a:r>
                      <a:endParaRPr lang="en-US"/>
                    </a:p>
                  </a:txBody>
                  <a:tcPr anchor="ctr"/>
                </a:tc>
                <a:tc>
                  <a:txBody>
                    <a:bodyPr/>
                    <a:lstStyle/>
                    <a:p>
                      <a:pPr>
                        <a:buNone/>
                      </a:pPr>
                      <a:r>
                        <a:rPr lang="en-US"/>
                        <a:t>OLED Display (SSD1306)</a:t>
                      </a:r>
                    </a:p>
                  </a:txBody>
                  <a:tcPr anchor="ctr"/>
                </a:tc>
                <a:tc>
                  <a:txBody>
                    <a:bodyPr/>
                    <a:lstStyle/>
                    <a:p>
                      <a:pPr>
                        <a:buNone/>
                      </a:pPr>
                      <a:r>
                        <a:rPr lang="en-US" dirty="0"/>
                        <a:t>Verify countdown, phase display, real-time updates</a:t>
                      </a:r>
                    </a:p>
                  </a:txBody>
                  <a:tcPr anchor="ctr"/>
                </a:tc>
                <a:extLst>
                  <a:ext uri="{0D108BD9-81ED-4DB2-BD59-A6C34878D82A}">
                    <a16:rowId xmlns:a16="http://schemas.microsoft.com/office/drawing/2014/main" val="2978902963"/>
                  </a:ext>
                </a:extLst>
              </a:tr>
            </a:tbl>
          </a:graphicData>
        </a:graphic>
      </p:graphicFrame>
      <p:sp>
        <p:nvSpPr>
          <p:cNvPr id="12" name="TextBox 11">
            <a:extLst>
              <a:ext uri="{FF2B5EF4-FFF2-40B4-BE49-F238E27FC236}">
                <a16:creationId xmlns:a16="http://schemas.microsoft.com/office/drawing/2014/main" id="{804074A9-24FA-7912-EBFE-EDF75C7FF2D3}"/>
              </a:ext>
            </a:extLst>
          </p:cNvPr>
          <p:cNvSpPr txBox="1"/>
          <p:nvPr/>
        </p:nvSpPr>
        <p:spPr>
          <a:xfrm>
            <a:off x="2587663" y="1393672"/>
            <a:ext cx="6108700" cy="480131"/>
          </a:xfrm>
          <a:prstGeom prst="rect">
            <a:avLst/>
          </a:prstGeom>
          <a:noFill/>
        </p:spPr>
        <p:txBody>
          <a:bodyPr wrap="square">
            <a:spAutoFit/>
          </a:body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IN" sz="2800" b="0" i="0" u="none" strike="noStrike" kern="1200" cap="none" spc="0" normalizeH="0" baseline="0" noProof="0" dirty="0">
                <a:ln>
                  <a:noFill/>
                </a:ln>
                <a:solidFill>
                  <a:prstClr val="black"/>
                </a:solidFill>
                <a:effectLst/>
                <a:uLnTx/>
                <a:uFillTx/>
                <a:latin typeface="Calibri"/>
                <a:ea typeface="+mn-ea"/>
                <a:cs typeface="+mn-cs"/>
              </a:rPr>
              <a:t>Testing Tools/frameworks used:</a:t>
            </a:r>
          </a:p>
        </p:txBody>
      </p:sp>
    </p:spTree>
    <p:extLst>
      <p:ext uri="{BB962C8B-B14F-4D97-AF65-F5344CB8AC3E}">
        <p14:creationId xmlns:p14="http://schemas.microsoft.com/office/powerpoint/2010/main" val="2278776854"/>
      </p:ext>
    </p:extLst>
  </p:cSld>
  <p:clrMapOvr>
    <a:masterClrMapping/>
  </p:clrMapOvr>
  <p:transition spd="slow">
    <p:push dir="u"/>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05F4BF-02E7-18A2-AAF7-945518BB39E7}"/>
            </a:ext>
          </a:extLst>
        </p:cNvPr>
        <p:cNvGrpSpPr/>
        <p:nvPr/>
      </p:nvGrpSpPr>
      <p:grpSpPr>
        <a:xfrm>
          <a:off x="0" y="0"/>
          <a:ext cx="0" cy="0"/>
          <a:chOff x="0" y="0"/>
          <a:chExt cx="0" cy="0"/>
        </a:xfrm>
      </p:grpSpPr>
      <p:sp>
        <p:nvSpPr>
          <p:cNvPr id="5" name="Rectangle">
            <a:extLst>
              <a:ext uri="{FF2B5EF4-FFF2-40B4-BE49-F238E27FC236}">
                <a16:creationId xmlns:a16="http://schemas.microsoft.com/office/drawing/2014/main" id="{AFCF3471-1AF5-1FF5-5550-14EB2FFA72C8}"/>
              </a:ext>
            </a:extLst>
          </p:cNvPr>
          <p:cNvSpPr/>
          <p:nvPr/>
        </p:nvSpPr>
        <p:spPr>
          <a:xfrm flipH="1">
            <a:off x="-24000" y="-2"/>
            <a:ext cx="2469463" cy="6858000"/>
          </a:xfrm>
          <a:prstGeom prst="rect">
            <a:avLst/>
          </a:prstGeom>
          <a:solidFill>
            <a:srgbClr val="F28E01"/>
          </a:solidFill>
          <a:ln w="12700">
            <a:miter lim="400000"/>
          </a:ln>
        </p:spPr>
        <p:txBody>
          <a:bodyPr lIns="50800" tIns="50800" rIns="50800" bIns="50800" anchor="ctr"/>
          <a:lstStyle/>
          <a:p>
            <a:pPr defTabSz="1130300">
              <a:defRPr sz="3200">
                <a:solidFill>
                  <a:srgbClr val="FFFFFF"/>
                </a:solidFill>
                <a:latin typeface="Graphik"/>
                <a:ea typeface="Graphik"/>
                <a:cs typeface="Graphik"/>
                <a:sym typeface="Graphik"/>
              </a:defRPr>
            </a:pPr>
            <a:endParaRPr sz="3200" baseline="-25000"/>
          </a:p>
        </p:txBody>
      </p:sp>
      <p:sp>
        <p:nvSpPr>
          <p:cNvPr id="8" name="Rectangle">
            <a:extLst>
              <a:ext uri="{FF2B5EF4-FFF2-40B4-BE49-F238E27FC236}">
                <a16:creationId xmlns:a16="http://schemas.microsoft.com/office/drawing/2014/main" id="{9EFD9FF6-26E8-3EA9-B62B-C124FD1CB7BC}"/>
              </a:ext>
            </a:extLst>
          </p:cNvPr>
          <p:cNvSpPr/>
          <p:nvPr/>
        </p:nvSpPr>
        <p:spPr>
          <a:xfrm flipH="1">
            <a:off x="11496000" y="1"/>
            <a:ext cx="257907" cy="6858000"/>
          </a:xfrm>
          <a:prstGeom prst="rect">
            <a:avLst/>
          </a:prstGeom>
          <a:solidFill>
            <a:srgbClr val="F28E01"/>
          </a:solidFill>
          <a:ln w="12700">
            <a:miter lim="400000"/>
          </a:ln>
        </p:spPr>
        <p:txBody>
          <a:bodyPr lIns="50800" tIns="50800" rIns="50800" bIns="50800" anchor="ctr"/>
          <a:lstStyle/>
          <a:p>
            <a:pPr defTabSz="1130300">
              <a:defRPr sz="3300">
                <a:solidFill>
                  <a:srgbClr val="FFFFFF"/>
                </a:solidFill>
                <a:latin typeface="Graphik"/>
                <a:ea typeface="Graphik"/>
                <a:cs typeface="Graphik"/>
                <a:sym typeface="Graphik"/>
              </a:defRPr>
            </a:pPr>
            <a:endParaRPr sz="3300"/>
          </a:p>
        </p:txBody>
      </p:sp>
      <p:sp>
        <p:nvSpPr>
          <p:cNvPr id="14" name="Title 1">
            <a:extLst>
              <a:ext uri="{FF2B5EF4-FFF2-40B4-BE49-F238E27FC236}">
                <a16:creationId xmlns:a16="http://schemas.microsoft.com/office/drawing/2014/main" id="{A945F838-D005-280B-4085-AE740FA2E763}"/>
              </a:ext>
            </a:extLst>
          </p:cNvPr>
          <p:cNvSpPr>
            <a:spLocks noGrp="1"/>
          </p:cNvSpPr>
          <p:nvPr>
            <p:ph type="title"/>
          </p:nvPr>
        </p:nvSpPr>
        <p:spPr>
          <a:xfrm>
            <a:off x="2514600" y="152400"/>
            <a:ext cx="8839200" cy="1143000"/>
          </a:xfrm>
        </p:spPr>
        <p:txBody>
          <a:bodyPr>
            <a:normAutofit/>
          </a:bodyPr>
          <a:lstStyle/>
          <a:p>
            <a:r>
              <a:rPr lang="en-IN" dirty="0"/>
              <a:t>PROJECT TESTING</a:t>
            </a:r>
          </a:p>
        </p:txBody>
      </p:sp>
      <p:sp>
        <p:nvSpPr>
          <p:cNvPr id="15" name="Content Placeholder 2">
            <a:extLst>
              <a:ext uri="{FF2B5EF4-FFF2-40B4-BE49-F238E27FC236}">
                <a16:creationId xmlns:a16="http://schemas.microsoft.com/office/drawing/2014/main" id="{8F46DBD6-73F1-AB08-C051-F11E0A327400}"/>
              </a:ext>
            </a:extLst>
          </p:cNvPr>
          <p:cNvSpPr>
            <a:spLocks noGrp="1"/>
          </p:cNvSpPr>
          <p:nvPr>
            <p:ph idx="1"/>
          </p:nvPr>
        </p:nvSpPr>
        <p:spPr>
          <a:xfrm>
            <a:off x="2587663" y="1524000"/>
            <a:ext cx="8766137" cy="5181600"/>
          </a:xfrm>
        </p:spPr>
        <p:txBody>
          <a:bodyPr>
            <a:normAutofit/>
          </a:bodyPr>
          <a:lstStyle/>
          <a:p>
            <a:pPr marL="0" indent="0">
              <a:buNone/>
            </a:pPr>
            <a:r>
              <a:rPr lang="en-IN" dirty="0"/>
              <a:t>Details of Test cases and Results:</a:t>
            </a:r>
          </a:p>
          <a:p>
            <a:pPr marL="0" indent="0">
              <a:buNone/>
            </a:pPr>
            <a:endParaRPr lang="en-IN" dirty="0"/>
          </a:p>
          <a:p>
            <a:pPr marL="0" indent="0">
              <a:buNone/>
            </a:pPr>
            <a:endParaRPr lang="en-US" dirty="0"/>
          </a:p>
          <a:p>
            <a:pPr>
              <a:buNone/>
            </a:pPr>
            <a:endParaRPr lang="en-US" dirty="0"/>
          </a:p>
          <a:p>
            <a:pPr>
              <a:buNone/>
            </a:pPr>
            <a:endParaRPr lang="en-US" dirty="0"/>
          </a:p>
          <a:p>
            <a:pPr>
              <a:buNone/>
            </a:pPr>
            <a:endParaRPr lang="en-US" dirty="0"/>
          </a:p>
          <a:p>
            <a:pPr>
              <a:buNone/>
            </a:pPr>
            <a:endParaRPr lang="en-US" dirty="0"/>
          </a:p>
          <a:p>
            <a:pPr>
              <a:buNone/>
            </a:pPr>
            <a:endParaRPr lang="en-US" dirty="0"/>
          </a:p>
        </p:txBody>
      </p:sp>
      <p:graphicFrame>
        <p:nvGraphicFramePr>
          <p:cNvPr id="2" name="Table 1">
            <a:extLst>
              <a:ext uri="{FF2B5EF4-FFF2-40B4-BE49-F238E27FC236}">
                <a16:creationId xmlns:a16="http://schemas.microsoft.com/office/drawing/2014/main" id="{51ADD936-F0ED-01C9-D9FD-E1DD4181A5A8}"/>
              </a:ext>
            </a:extLst>
          </p:cNvPr>
          <p:cNvGraphicFramePr>
            <a:graphicFrameLocks noGrp="1"/>
          </p:cNvGraphicFramePr>
          <p:nvPr>
            <p:extLst>
              <p:ext uri="{D42A27DB-BD31-4B8C-83A1-F6EECF244321}">
                <p14:modId xmlns:p14="http://schemas.microsoft.com/office/powerpoint/2010/main" val="1084119086"/>
              </p:ext>
            </p:extLst>
          </p:nvPr>
        </p:nvGraphicFramePr>
        <p:xfrm>
          <a:off x="2700785" y="2015450"/>
          <a:ext cx="8274050" cy="4450080"/>
        </p:xfrm>
        <a:graphic>
          <a:graphicData uri="http://schemas.openxmlformats.org/drawingml/2006/table">
            <a:tbl>
              <a:tblPr firstRow="1" bandRow="1">
                <a:tableStyleId>{5C22544A-7EE6-4342-B048-85BDC9FD1C3A}</a:tableStyleId>
              </a:tblPr>
              <a:tblGrid>
                <a:gridCol w="1654810">
                  <a:extLst>
                    <a:ext uri="{9D8B030D-6E8A-4147-A177-3AD203B41FA5}">
                      <a16:colId xmlns:a16="http://schemas.microsoft.com/office/drawing/2014/main" val="784790092"/>
                    </a:ext>
                  </a:extLst>
                </a:gridCol>
                <a:gridCol w="1654810">
                  <a:extLst>
                    <a:ext uri="{9D8B030D-6E8A-4147-A177-3AD203B41FA5}">
                      <a16:colId xmlns:a16="http://schemas.microsoft.com/office/drawing/2014/main" val="2792506289"/>
                    </a:ext>
                  </a:extLst>
                </a:gridCol>
                <a:gridCol w="1654810">
                  <a:extLst>
                    <a:ext uri="{9D8B030D-6E8A-4147-A177-3AD203B41FA5}">
                      <a16:colId xmlns:a16="http://schemas.microsoft.com/office/drawing/2014/main" val="3682967419"/>
                    </a:ext>
                  </a:extLst>
                </a:gridCol>
                <a:gridCol w="1654810">
                  <a:extLst>
                    <a:ext uri="{9D8B030D-6E8A-4147-A177-3AD203B41FA5}">
                      <a16:colId xmlns:a16="http://schemas.microsoft.com/office/drawing/2014/main" val="3503331527"/>
                    </a:ext>
                  </a:extLst>
                </a:gridCol>
                <a:gridCol w="1654810">
                  <a:extLst>
                    <a:ext uri="{9D8B030D-6E8A-4147-A177-3AD203B41FA5}">
                      <a16:colId xmlns:a16="http://schemas.microsoft.com/office/drawing/2014/main" val="2495409209"/>
                    </a:ext>
                  </a:extLst>
                </a:gridCol>
              </a:tblGrid>
              <a:tr h="349912">
                <a:tc>
                  <a:txBody>
                    <a:bodyPr/>
                    <a:lstStyle/>
                    <a:p>
                      <a:pPr algn="ctr"/>
                      <a:r>
                        <a:rPr lang="en-IN" sz="1600" dirty="0"/>
                        <a:t>Test case </a:t>
                      </a:r>
                    </a:p>
                  </a:txBody>
                  <a:tcPr/>
                </a:tc>
                <a:tc>
                  <a:txBody>
                    <a:bodyPr/>
                    <a:lstStyle/>
                    <a:p>
                      <a:pPr algn="ctr"/>
                      <a:r>
                        <a:rPr lang="en-IN" sz="1600" dirty="0"/>
                        <a:t>Inputs</a:t>
                      </a:r>
                    </a:p>
                  </a:txBody>
                  <a:tcPr/>
                </a:tc>
                <a:tc>
                  <a:txBody>
                    <a:bodyPr/>
                    <a:lstStyle/>
                    <a:p>
                      <a:pPr algn="ctr"/>
                      <a:r>
                        <a:rPr lang="en-IN" sz="1600" dirty="0"/>
                        <a:t>Expected output</a:t>
                      </a:r>
                    </a:p>
                  </a:txBody>
                  <a:tcPr/>
                </a:tc>
                <a:tc>
                  <a:txBody>
                    <a:bodyPr/>
                    <a:lstStyle/>
                    <a:p>
                      <a:pPr algn="ctr"/>
                      <a:r>
                        <a:rPr lang="en-IN" sz="1600" dirty="0"/>
                        <a:t>Actual output </a:t>
                      </a:r>
                    </a:p>
                  </a:txBody>
                  <a:tcPr/>
                </a:tc>
                <a:tc>
                  <a:txBody>
                    <a:bodyPr/>
                    <a:lstStyle/>
                    <a:p>
                      <a:pPr algn="ctr"/>
                      <a:r>
                        <a:rPr lang="en-IN" sz="1600" dirty="0"/>
                        <a:t>Result</a:t>
                      </a:r>
                    </a:p>
                  </a:txBody>
                  <a:tcPr/>
                </a:tc>
                <a:extLst>
                  <a:ext uri="{0D108BD9-81ED-4DB2-BD59-A6C34878D82A}">
                    <a16:rowId xmlns:a16="http://schemas.microsoft.com/office/drawing/2014/main" val="516138048"/>
                  </a:ext>
                </a:extLst>
              </a:tr>
              <a:tr h="776517">
                <a:tc>
                  <a:txBody>
                    <a:bodyPr/>
                    <a:lstStyle/>
                    <a:p>
                      <a:pPr>
                        <a:buNone/>
                      </a:pPr>
                      <a:r>
                        <a:rPr lang="fr-FR" sz="1600" b="1"/>
                        <a:t>1. Auto Mode Light Change</a:t>
                      </a:r>
                      <a:endParaRPr lang="fr-FR" sz="1600"/>
                    </a:p>
                  </a:txBody>
                  <a:tcPr anchor="ctr"/>
                </a:tc>
                <a:tc>
                  <a:txBody>
                    <a:bodyPr/>
                    <a:lstStyle/>
                    <a:p>
                      <a:pPr>
                        <a:buNone/>
                      </a:pPr>
                      <a:r>
                        <a:rPr lang="en-US" sz="1600"/>
                        <a:t>Power ON, default timers</a:t>
                      </a:r>
                    </a:p>
                  </a:txBody>
                  <a:tcPr anchor="ctr"/>
                </a:tc>
                <a:tc>
                  <a:txBody>
                    <a:bodyPr/>
                    <a:lstStyle/>
                    <a:p>
                      <a:pPr>
                        <a:buNone/>
                      </a:pPr>
                      <a:r>
                        <a:rPr lang="en-US" sz="1600"/>
                        <a:t>Lights switch R→Y→G correctly</a:t>
                      </a:r>
                    </a:p>
                  </a:txBody>
                  <a:tcPr anchor="ctr"/>
                </a:tc>
                <a:tc>
                  <a:txBody>
                    <a:bodyPr/>
                    <a:lstStyle/>
                    <a:p>
                      <a:pPr>
                        <a:buNone/>
                      </a:pPr>
                      <a:r>
                        <a:rPr lang="en-US" sz="1600" dirty="0"/>
                        <a:t>Works as expected</a:t>
                      </a:r>
                    </a:p>
                  </a:txBody>
                  <a:tcPr anchor="ctr"/>
                </a:tc>
                <a:tc>
                  <a:txBody>
                    <a:bodyPr/>
                    <a:lstStyle/>
                    <a:p>
                      <a:pPr>
                        <a:buNone/>
                      </a:pPr>
                      <a:r>
                        <a:rPr lang="en-US" sz="1600" b="1" dirty="0"/>
                        <a:t>Pass</a:t>
                      </a:r>
                      <a:endParaRPr lang="en-US" sz="1600" dirty="0"/>
                    </a:p>
                  </a:txBody>
                  <a:tcPr anchor="ctr"/>
                </a:tc>
                <a:extLst>
                  <a:ext uri="{0D108BD9-81ED-4DB2-BD59-A6C34878D82A}">
                    <a16:rowId xmlns:a16="http://schemas.microsoft.com/office/drawing/2014/main" val="1631955287"/>
                  </a:ext>
                </a:extLst>
              </a:tr>
              <a:tr h="546438">
                <a:tc>
                  <a:txBody>
                    <a:bodyPr/>
                    <a:lstStyle/>
                    <a:p>
                      <a:pPr>
                        <a:buNone/>
                      </a:pPr>
                      <a:r>
                        <a:rPr lang="en-US" sz="1600" b="1"/>
                        <a:t>2. Emergency Mode Activation</a:t>
                      </a:r>
                      <a:endParaRPr lang="en-US" sz="1600"/>
                    </a:p>
                  </a:txBody>
                  <a:tcPr anchor="ctr"/>
                </a:tc>
                <a:tc>
                  <a:txBody>
                    <a:bodyPr/>
                    <a:lstStyle/>
                    <a:p>
                      <a:pPr>
                        <a:buNone/>
                      </a:pPr>
                      <a:r>
                        <a:rPr lang="en-US" sz="1600"/>
                        <a:t>Click “North Ambulance”</a:t>
                      </a:r>
                    </a:p>
                  </a:txBody>
                  <a:tcPr anchor="ctr"/>
                </a:tc>
                <a:tc>
                  <a:txBody>
                    <a:bodyPr/>
                    <a:lstStyle/>
                    <a:p>
                      <a:pPr>
                        <a:buNone/>
                      </a:pPr>
                      <a:r>
                        <a:rPr lang="en-US" sz="1600"/>
                        <a:t>North turns Green instantly</a:t>
                      </a:r>
                    </a:p>
                  </a:txBody>
                  <a:tcPr anchor="ctr"/>
                </a:tc>
                <a:tc>
                  <a:txBody>
                    <a:bodyPr/>
                    <a:lstStyle/>
                    <a:p>
                      <a:pPr>
                        <a:buNone/>
                      </a:pPr>
                      <a:r>
                        <a:rPr lang="en-US" sz="1600"/>
                        <a:t>Turned Green immediately</a:t>
                      </a:r>
                    </a:p>
                  </a:txBody>
                  <a:tcPr anchor="ctr"/>
                </a:tc>
                <a:tc>
                  <a:txBody>
                    <a:bodyPr/>
                    <a:lstStyle/>
                    <a:p>
                      <a:pPr>
                        <a:buNone/>
                      </a:pPr>
                      <a:r>
                        <a:rPr lang="en-US" sz="1600" b="1"/>
                        <a:t>Pass</a:t>
                      </a:r>
                      <a:endParaRPr lang="en-US" sz="1600"/>
                    </a:p>
                  </a:txBody>
                  <a:tcPr anchor="ctr"/>
                </a:tc>
                <a:extLst>
                  <a:ext uri="{0D108BD9-81ED-4DB2-BD59-A6C34878D82A}">
                    <a16:rowId xmlns:a16="http://schemas.microsoft.com/office/drawing/2014/main" val="832542611"/>
                  </a:ext>
                </a:extLst>
              </a:tr>
              <a:tr h="546438">
                <a:tc>
                  <a:txBody>
                    <a:bodyPr/>
                    <a:lstStyle/>
                    <a:p>
                      <a:pPr>
                        <a:buNone/>
                      </a:pPr>
                      <a:r>
                        <a:rPr lang="da-DK" sz="1600" b="1"/>
                        <a:t>3. Timer Update (Web UI)</a:t>
                      </a:r>
                      <a:endParaRPr lang="da-DK" sz="1600"/>
                    </a:p>
                  </a:txBody>
                  <a:tcPr anchor="ctr"/>
                </a:tc>
                <a:tc>
                  <a:txBody>
                    <a:bodyPr/>
                    <a:lstStyle/>
                    <a:p>
                      <a:pPr>
                        <a:buNone/>
                      </a:pPr>
                      <a:r>
                        <a:rPr lang="en-US" sz="1600"/>
                        <a:t>Set G=10s, Y=3s, R=2s</a:t>
                      </a:r>
                    </a:p>
                  </a:txBody>
                  <a:tcPr anchor="ctr"/>
                </a:tc>
                <a:tc>
                  <a:txBody>
                    <a:bodyPr/>
                    <a:lstStyle/>
                    <a:p>
                      <a:pPr>
                        <a:buNone/>
                      </a:pPr>
                      <a:r>
                        <a:rPr lang="en-US" sz="1600"/>
                        <a:t>New timings applied to cycle</a:t>
                      </a:r>
                    </a:p>
                  </a:txBody>
                  <a:tcPr anchor="ctr"/>
                </a:tc>
                <a:tc>
                  <a:txBody>
                    <a:bodyPr/>
                    <a:lstStyle/>
                    <a:p>
                      <a:pPr>
                        <a:buNone/>
                      </a:pPr>
                      <a:r>
                        <a:rPr lang="en-US" sz="1600"/>
                        <a:t>Timings updated correctly</a:t>
                      </a:r>
                    </a:p>
                  </a:txBody>
                  <a:tcPr anchor="ctr"/>
                </a:tc>
                <a:tc>
                  <a:txBody>
                    <a:bodyPr/>
                    <a:lstStyle/>
                    <a:p>
                      <a:pPr>
                        <a:buNone/>
                      </a:pPr>
                      <a:r>
                        <a:rPr lang="en-US" sz="1600" b="1"/>
                        <a:t>Pass</a:t>
                      </a:r>
                      <a:endParaRPr lang="en-US" sz="1600"/>
                    </a:p>
                  </a:txBody>
                  <a:tcPr anchor="ctr"/>
                </a:tc>
                <a:extLst>
                  <a:ext uri="{0D108BD9-81ED-4DB2-BD59-A6C34878D82A}">
                    <a16:rowId xmlns:a16="http://schemas.microsoft.com/office/drawing/2014/main" val="3340085104"/>
                  </a:ext>
                </a:extLst>
              </a:tr>
              <a:tr h="776517">
                <a:tc>
                  <a:txBody>
                    <a:bodyPr/>
                    <a:lstStyle/>
                    <a:p>
                      <a:pPr>
                        <a:buNone/>
                      </a:pPr>
                      <a:r>
                        <a:rPr lang="en-US" sz="1600" b="1"/>
                        <a:t>4. OLED Countdown</a:t>
                      </a:r>
                      <a:endParaRPr lang="en-US" sz="1600"/>
                    </a:p>
                  </a:txBody>
                  <a:tcPr anchor="ctr"/>
                </a:tc>
                <a:tc>
                  <a:txBody>
                    <a:bodyPr/>
                    <a:lstStyle/>
                    <a:p>
                      <a:pPr>
                        <a:buNone/>
                      </a:pPr>
                      <a:r>
                        <a:rPr lang="en-US" sz="1600"/>
                        <a:t>Auto Mode running</a:t>
                      </a:r>
                    </a:p>
                  </a:txBody>
                  <a:tcPr anchor="ctr"/>
                </a:tc>
                <a:tc>
                  <a:txBody>
                    <a:bodyPr/>
                    <a:lstStyle/>
                    <a:p>
                      <a:pPr>
                        <a:buNone/>
                      </a:pPr>
                      <a:r>
                        <a:rPr lang="en-US" sz="1600"/>
                        <a:t>Correct countdown shown</a:t>
                      </a:r>
                    </a:p>
                  </a:txBody>
                  <a:tcPr anchor="ctr"/>
                </a:tc>
                <a:tc>
                  <a:txBody>
                    <a:bodyPr/>
                    <a:lstStyle/>
                    <a:p>
                      <a:pPr>
                        <a:buNone/>
                      </a:pPr>
                      <a:r>
                        <a:rPr lang="en-US" sz="1600"/>
                        <a:t>Countdown displayed correctly</a:t>
                      </a:r>
                    </a:p>
                  </a:txBody>
                  <a:tcPr anchor="ctr"/>
                </a:tc>
                <a:tc>
                  <a:txBody>
                    <a:bodyPr/>
                    <a:lstStyle/>
                    <a:p>
                      <a:pPr>
                        <a:buNone/>
                      </a:pPr>
                      <a:r>
                        <a:rPr lang="en-US" sz="1600" b="1"/>
                        <a:t>Pass</a:t>
                      </a:r>
                      <a:endParaRPr lang="en-US" sz="1600"/>
                    </a:p>
                  </a:txBody>
                  <a:tcPr anchor="ctr"/>
                </a:tc>
                <a:extLst>
                  <a:ext uri="{0D108BD9-81ED-4DB2-BD59-A6C34878D82A}">
                    <a16:rowId xmlns:a16="http://schemas.microsoft.com/office/drawing/2014/main" val="3909266799"/>
                  </a:ext>
                </a:extLst>
              </a:tr>
              <a:tr h="546438">
                <a:tc>
                  <a:txBody>
                    <a:bodyPr/>
                    <a:lstStyle/>
                    <a:p>
                      <a:pPr>
                        <a:buNone/>
                      </a:pPr>
                      <a:r>
                        <a:rPr lang="en-US" sz="1600" b="1"/>
                        <a:t>6. System Stability</a:t>
                      </a:r>
                      <a:endParaRPr lang="en-US" sz="1600"/>
                    </a:p>
                  </a:txBody>
                  <a:tcPr anchor="ctr"/>
                </a:tc>
                <a:tc>
                  <a:txBody>
                    <a:bodyPr/>
                    <a:lstStyle/>
                    <a:p>
                      <a:pPr>
                        <a:buNone/>
                      </a:pPr>
                      <a:r>
                        <a:rPr lang="en-US" sz="1600"/>
                        <a:t>Run 20+ minutes</a:t>
                      </a:r>
                    </a:p>
                  </a:txBody>
                  <a:tcPr anchor="ctr"/>
                </a:tc>
                <a:tc>
                  <a:txBody>
                    <a:bodyPr/>
                    <a:lstStyle/>
                    <a:p>
                      <a:pPr>
                        <a:buNone/>
                      </a:pPr>
                      <a:r>
                        <a:rPr lang="en-US" sz="1600"/>
                        <a:t>No freeze or reset</a:t>
                      </a:r>
                    </a:p>
                  </a:txBody>
                  <a:tcPr anchor="ctr"/>
                </a:tc>
                <a:tc>
                  <a:txBody>
                    <a:bodyPr/>
                    <a:lstStyle/>
                    <a:p>
                      <a:pPr>
                        <a:buNone/>
                      </a:pPr>
                      <a:r>
                        <a:rPr lang="en-US" sz="1600"/>
                        <a:t>System stable</a:t>
                      </a:r>
                    </a:p>
                  </a:txBody>
                  <a:tcPr anchor="ctr"/>
                </a:tc>
                <a:tc>
                  <a:txBody>
                    <a:bodyPr/>
                    <a:lstStyle/>
                    <a:p>
                      <a:pPr>
                        <a:buNone/>
                      </a:pPr>
                      <a:r>
                        <a:rPr lang="en-US" sz="1600" b="1" dirty="0"/>
                        <a:t>Pass</a:t>
                      </a:r>
                      <a:endParaRPr lang="en-US" sz="1600" dirty="0"/>
                    </a:p>
                  </a:txBody>
                  <a:tcPr anchor="ctr"/>
                </a:tc>
                <a:extLst>
                  <a:ext uri="{0D108BD9-81ED-4DB2-BD59-A6C34878D82A}">
                    <a16:rowId xmlns:a16="http://schemas.microsoft.com/office/drawing/2014/main" val="4003385633"/>
                  </a:ext>
                </a:extLst>
              </a:tr>
            </a:tbl>
          </a:graphicData>
        </a:graphic>
      </p:graphicFrame>
    </p:spTree>
    <p:extLst>
      <p:ext uri="{BB962C8B-B14F-4D97-AF65-F5344CB8AC3E}">
        <p14:creationId xmlns:p14="http://schemas.microsoft.com/office/powerpoint/2010/main" val="4267035691"/>
      </p:ext>
    </p:extLst>
  </p:cSld>
  <p:clrMapOvr>
    <a:masterClrMapping/>
  </p:clrMapOvr>
  <p:transition spd="slow">
    <p:push dir="u"/>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92FCC7-5731-0348-FD31-B185ED20F077}"/>
            </a:ext>
          </a:extLst>
        </p:cNvPr>
        <p:cNvGrpSpPr/>
        <p:nvPr/>
      </p:nvGrpSpPr>
      <p:grpSpPr>
        <a:xfrm>
          <a:off x="0" y="0"/>
          <a:ext cx="0" cy="0"/>
          <a:chOff x="0" y="0"/>
          <a:chExt cx="0" cy="0"/>
        </a:xfrm>
      </p:grpSpPr>
      <p:sp>
        <p:nvSpPr>
          <p:cNvPr id="5" name="Rectangle">
            <a:extLst>
              <a:ext uri="{FF2B5EF4-FFF2-40B4-BE49-F238E27FC236}">
                <a16:creationId xmlns:a16="http://schemas.microsoft.com/office/drawing/2014/main" id="{10537E89-7075-3EA1-CA85-6DAEF1B18D4C}"/>
              </a:ext>
            </a:extLst>
          </p:cNvPr>
          <p:cNvSpPr/>
          <p:nvPr/>
        </p:nvSpPr>
        <p:spPr>
          <a:xfrm flipH="1">
            <a:off x="-24000" y="-2"/>
            <a:ext cx="2469463" cy="6858000"/>
          </a:xfrm>
          <a:prstGeom prst="rect">
            <a:avLst/>
          </a:prstGeom>
          <a:solidFill>
            <a:srgbClr val="F28E01"/>
          </a:solidFill>
          <a:ln w="12700">
            <a:miter lim="400000"/>
          </a:ln>
        </p:spPr>
        <p:txBody>
          <a:bodyPr lIns="50800" tIns="50800" rIns="50800" bIns="50800" anchor="ctr"/>
          <a:lstStyle/>
          <a:p>
            <a:pPr defTabSz="1130300">
              <a:defRPr sz="3200">
                <a:solidFill>
                  <a:srgbClr val="FFFFFF"/>
                </a:solidFill>
                <a:latin typeface="Graphik"/>
                <a:ea typeface="Graphik"/>
                <a:cs typeface="Graphik"/>
                <a:sym typeface="Graphik"/>
              </a:defRPr>
            </a:pPr>
            <a:endParaRPr sz="3200" baseline="-25000"/>
          </a:p>
        </p:txBody>
      </p:sp>
      <p:sp>
        <p:nvSpPr>
          <p:cNvPr id="8" name="Rectangle">
            <a:extLst>
              <a:ext uri="{FF2B5EF4-FFF2-40B4-BE49-F238E27FC236}">
                <a16:creationId xmlns:a16="http://schemas.microsoft.com/office/drawing/2014/main" id="{788498E1-904D-F9E5-064E-DE6948B96940}"/>
              </a:ext>
            </a:extLst>
          </p:cNvPr>
          <p:cNvSpPr/>
          <p:nvPr/>
        </p:nvSpPr>
        <p:spPr>
          <a:xfrm flipH="1">
            <a:off x="11496000" y="1"/>
            <a:ext cx="257907" cy="6858000"/>
          </a:xfrm>
          <a:prstGeom prst="rect">
            <a:avLst/>
          </a:prstGeom>
          <a:solidFill>
            <a:srgbClr val="F28E01"/>
          </a:solidFill>
          <a:ln w="12700">
            <a:miter lim="400000"/>
          </a:ln>
        </p:spPr>
        <p:txBody>
          <a:bodyPr lIns="50800" tIns="50800" rIns="50800" bIns="50800" anchor="ctr"/>
          <a:lstStyle/>
          <a:p>
            <a:pPr defTabSz="1130300">
              <a:defRPr sz="3300">
                <a:solidFill>
                  <a:srgbClr val="FFFFFF"/>
                </a:solidFill>
                <a:latin typeface="Graphik"/>
                <a:ea typeface="Graphik"/>
                <a:cs typeface="Graphik"/>
                <a:sym typeface="Graphik"/>
              </a:defRPr>
            </a:pPr>
            <a:endParaRPr sz="3300"/>
          </a:p>
        </p:txBody>
      </p:sp>
      <p:sp>
        <p:nvSpPr>
          <p:cNvPr id="14" name="Title 1">
            <a:extLst>
              <a:ext uri="{FF2B5EF4-FFF2-40B4-BE49-F238E27FC236}">
                <a16:creationId xmlns:a16="http://schemas.microsoft.com/office/drawing/2014/main" id="{D3285B70-277E-BE87-C1BA-97C61E1DB05F}"/>
              </a:ext>
            </a:extLst>
          </p:cNvPr>
          <p:cNvSpPr>
            <a:spLocks noGrp="1"/>
          </p:cNvSpPr>
          <p:nvPr>
            <p:ph type="title"/>
          </p:nvPr>
        </p:nvSpPr>
        <p:spPr>
          <a:xfrm>
            <a:off x="2514600" y="152400"/>
            <a:ext cx="8839200" cy="1143000"/>
          </a:xfrm>
        </p:spPr>
        <p:txBody>
          <a:bodyPr>
            <a:normAutofit/>
          </a:bodyPr>
          <a:lstStyle/>
          <a:p>
            <a:r>
              <a:rPr lang="en-IN" dirty="0"/>
              <a:t>PROJECT TESTING SCREEN SHOTS</a:t>
            </a:r>
          </a:p>
        </p:txBody>
      </p:sp>
      <p:pic>
        <p:nvPicPr>
          <p:cNvPr id="10" name="Content Placeholder 4">
            <a:extLst>
              <a:ext uri="{FF2B5EF4-FFF2-40B4-BE49-F238E27FC236}">
                <a16:creationId xmlns:a16="http://schemas.microsoft.com/office/drawing/2014/main" id="{88297443-1BBF-EA00-FE49-810FE49A2B9C}"/>
              </a:ext>
            </a:extLst>
          </p:cNvPr>
          <p:cNvPicPr>
            <a:picLocks noChangeAspect="1"/>
          </p:cNvPicPr>
          <p:nvPr/>
        </p:nvPicPr>
        <p:blipFill>
          <a:blip r:embed="rId3"/>
          <a:stretch>
            <a:fillRect/>
          </a:stretch>
        </p:blipFill>
        <p:spPr>
          <a:xfrm>
            <a:off x="3166566" y="1159827"/>
            <a:ext cx="7608331" cy="2194560"/>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19" name="Picture 18" descr="A close-up of a circuit board&#10;&#10;AI-generated content may be incorrect.">
            <a:extLst>
              <a:ext uri="{FF2B5EF4-FFF2-40B4-BE49-F238E27FC236}">
                <a16:creationId xmlns:a16="http://schemas.microsoft.com/office/drawing/2014/main" id="{C403CC99-E754-191C-B4B7-9007584A1946}"/>
              </a:ext>
            </a:extLst>
          </p:cNvPr>
          <p:cNvPicPr>
            <a:picLocks noChangeAspect="1"/>
          </p:cNvPicPr>
          <p:nvPr/>
        </p:nvPicPr>
        <p:blipFill>
          <a:blip r:embed="rId4">
            <a:extLst>
              <a:ext uri="{28A0092B-C50C-407E-A947-70E740481C1C}">
                <a14:useLocalDpi xmlns:a14="http://schemas.microsoft.com/office/drawing/2010/main" val="0"/>
              </a:ext>
            </a:extLst>
          </a:blip>
          <a:srcRect l="19710" t="5555" r="10000" b="10000"/>
          <a:stretch>
            <a:fillRect/>
          </a:stretch>
        </p:blipFill>
        <p:spPr>
          <a:xfrm>
            <a:off x="2514600" y="3505200"/>
            <a:ext cx="4313995" cy="2743200"/>
          </a:xfrm>
          <a:prstGeom prst="rect">
            <a:avLst/>
          </a:prstGeom>
          <a:ln>
            <a:noFill/>
          </a:ln>
          <a:effectLst>
            <a:softEdge rad="112500"/>
          </a:effectLst>
        </p:spPr>
      </p:pic>
      <p:pic>
        <p:nvPicPr>
          <p:cNvPr id="20" name="Picture 19" descr="A group of wires with lights&#10;&#10;AI-generated content may be incorrect.">
            <a:extLst>
              <a:ext uri="{FF2B5EF4-FFF2-40B4-BE49-F238E27FC236}">
                <a16:creationId xmlns:a16="http://schemas.microsoft.com/office/drawing/2014/main" id="{E3177BFA-BE5A-880C-B12E-B6B43B97DB90}"/>
              </a:ext>
            </a:extLst>
          </p:cNvPr>
          <p:cNvPicPr>
            <a:picLocks noChangeAspect="1"/>
          </p:cNvPicPr>
          <p:nvPr/>
        </p:nvPicPr>
        <p:blipFill>
          <a:blip r:embed="rId5" cstate="print">
            <a:extLst>
              <a:ext uri="{28A0092B-C50C-407E-A947-70E740481C1C}">
                <a14:useLocalDpi xmlns:a14="http://schemas.microsoft.com/office/drawing/2010/main" val="0"/>
              </a:ext>
            </a:extLst>
          </a:blip>
          <a:srcRect l="2498" t="2972"/>
          <a:stretch>
            <a:fillRect/>
          </a:stretch>
        </p:blipFill>
        <p:spPr>
          <a:xfrm>
            <a:off x="7005234" y="3489759"/>
            <a:ext cx="4348566" cy="2743200"/>
          </a:xfrm>
          <a:prstGeom prst="rect">
            <a:avLst/>
          </a:prstGeom>
          <a:ln>
            <a:noFill/>
          </a:ln>
          <a:effectLst>
            <a:softEdge rad="112500"/>
          </a:effectLst>
        </p:spPr>
      </p:pic>
      <p:sp>
        <p:nvSpPr>
          <p:cNvPr id="2" name="TextBox 1">
            <a:extLst>
              <a:ext uri="{FF2B5EF4-FFF2-40B4-BE49-F238E27FC236}">
                <a16:creationId xmlns:a16="http://schemas.microsoft.com/office/drawing/2014/main" id="{85CAFBA0-A20E-6C96-18BB-B8FB55B35471}"/>
              </a:ext>
            </a:extLst>
          </p:cNvPr>
          <p:cNvSpPr txBox="1"/>
          <p:nvPr/>
        </p:nvSpPr>
        <p:spPr>
          <a:xfrm>
            <a:off x="3657600" y="6399213"/>
            <a:ext cx="7255552" cy="369332"/>
          </a:xfrm>
          <a:prstGeom prst="rect">
            <a:avLst/>
          </a:prstGeom>
          <a:noFill/>
        </p:spPr>
        <p:txBody>
          <a:bodyPr wrap="square" rtlCol="0">
            <a:spAutoFit/>
          </a:bodyPr>
          <a:lstStyle/>
          <a:p>
            <a:r>
              <a:rPr lang="en-US" dirty="0"/>
              <a:t>Smart Traffic System — Web Interface &amp; On-Board Hardware Layout</a:t>
            </a:r>
          </a:p>
        </p:txBody>
      </p:sp>
    </p:spTree>
    <p:extLst>
      <p:ext uri="{BB962C8B-B14F-4D97-AF65-F5344CB8AC3E}">
        <p14:creationId xmlns:p14="http://schemas.microsoft.com/office/powerpoint/2010/main" val="1477282181"/>
      </p:ext>
    </p:extLst>
  </p:cSld>
  <p:clrMapOvr>
    <a:masterClrMapping/>
  </p:clrMapOvr>
  <p:transition spd="slow">
    <p:push dir="u"/>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9EB437-27C7-A694-7BCB-ACB3BB7B7E71}"/>
            </a:ext>
          </a:extLst>
        </p:cNvPr>
        <p:cNvGrpSpPr/>
        <p:nvPr/>
      </p:nvGrpSpPr>
      <p:grpSpPr>
        <a:xfrm>
          <a:off x="0" y="0"/>
          <a:ext cx="0" cy="0"/>
          <a:chOff x="0" y="0"/>
          <a:chExt cx="0" cy="0"/>
        </a:xfrm>
      </p:grpSpPr>
      <p:sp>
        <p:nvSpPr>
          <p:cNvPr id="5" name="Rectangle">
            <a:extLst>
              <a:ext uri="{FF2B5EF4-FFF2-40B4-BE49-F238E27FC236}">
                <a16:creationId xmlns:a16="http://schemas.microsoft.com/office/drawing/2014/main" id="{84950020-54F2-CC45-7026-2B2D131CB648}"/>
              </a:ext>
            </a:extLst>
          </p:cNvPr>
          <p:cNvSpPr/>
          <p:nvPr/>
        </p:nvSpPr>
        <p:spPr>
          <a:xfrm flipH="1">
            <a:off x="-24000" y="-2"/>
            <a:ext cx="2469463" cy="6858000"/>
          </a:xfrm>
          <a:prstGeom prst="rect">
            <a:avLst/>
          </a:prstGeom>
          <a:solidFill>
            <a:srgbClr val="F28E01"/>
          </a:solidFill>
          <a:ln w="12700">
            <a:miter lim="400000"/>
          </a:ln>
        </p:spPr>
        <p:txBody>
          <a:bodyPr lIns="50800" tIns="50800" rIns="50800" bIns="50800" anchor="ctr"/>
          <a:lstStyle/>
          <a:p>
            <a:pPr defTabSz="1130300">
              <a:defRPr sz="3200">
                <a:solidFill>
                  <a:srgbClr val="FFFFFF"/>
                </a:solidFill>
                <a:latin typeface="Graphik"/>
                <a:ea typeface="Graphik"/>
                <a:cs typeface="Graphik"/>
                <a:sym typeface="Graphik"/>
              </a:defRPr>
            </a:pPr>
            <a:endParaRPr sz="3200" baseline="-25000"/>
          </a:p>
        </p:txBody>
      </p:sp>
      <p:sp>
        <p:nvSpPr>
          <p:cNvPr id="8" name="Rectangle">
            <a:extLst>
              <a:ext uri="{FF2B5EF4-FFF2-40B4-BE49-F238E27FC236}">
                <a16:creationId xmlns:a16="http://schemas.microsoft.com/office/drawing/2014/main" id="{F836B1AC-690C-2394-BB5B-B367FE1D18C6}"/>
              </a:ext>
            </a:extLst>
          </p:cNvPr>
          <p:cNvSpPr/>
          <p:nvPr/>
        </p:nvSpPr>
        <p:spPr>
          <a:xfrm flipH="1">
            <a:off x="11496000" y="1"/>
            <a:ext cx="257907" cy="6858000"/>
          </a:xfrm>
          <a:prstGeom prst="rect">
            <a:avLst/>
          </a:prstGeom>
          <a:solidFill>
            <a:srgbClr val="F28E01"/>
          </a:solidFill>
          <a:ln w="12700">
            <a:miter lim="400000"/>
          </a:ln>
        </p:spPr>
        <p:txBody>
          <a:bodyPr lIns="50800" tIns="50800" rIns="50800" bIns="50800" anchor="ctr"/>
          <a:lstStyle/>
          <a:p>
            <a:pPr defTabSz="1130300">
              <a:defRPr sz="3300">
                <a:solidFill>
                  <a:srgbClr val="FFFFFF"/>
                </a:solidFill>
                <a:latin typeface="Graphik"/>
                <a:ea typeface="Graphik"/>
                <a:cs typeface="Graphik"/>
                <a:sym typeface="Graphik"/>
              </a:defRPr>
            </a:pPr>
            <a:endParaRPr sz="3300"/>
          </a:p>
        </p:txBody>
      </p:sp>
      <p:sp>
        <p:nvSpPr>
          <p:cNvPr id="14" name="Title 1">
            <a:extLst>
              <a:ext uri="{FF2B5EF4-FFF2-40B4-BE49-F238E27FC236}">
                <a16:creationId xmlns:a16="http://schemas.microsoft.com/office/drawing/2014/main" id="{79BFDA6F-B16C-CBC9-E91C-ADF8C47B5E5A}"/>
              </a:ext>
            </a:extLst>
          </p:cNvPr>
          <p:cNvSpPr>
            <a:spLocks noGrp="1"/>
          </p:cNvSpPr>
          <p:nvPr>
            <p:ph type="title"/>
          </p:nvPr>
        </p:nvSpPr>
        <p:spPr>
          <a:xfrm>
            <a:off x="2514600" y="152400"/>
            <a:ext cx="8839200" cy="1143000"/>
          </a:xfrm>
        </p:spPr>
        <p:txBody>
          <a:bodyPr>
            <a:normAutofit/>
          </a:bodyPr>
          <a:lstStyle/>
          <a:p>
            <a:r>
              <a:rPr lang="en-IN" dirty="0"/>
              <a:t>PROJECT TESTING SCREEN SHOTS</a:t>
            </a:r>
          </a:p>
        </p:txBody>
      </p:sp>
      <p:sp>
        <p:nvSpPr>
          <p:cNvPr id="2" name="TextBox 1">
            <a:extLst>
              <a:ext uri="{FF2B5EF4-FFF2-40B4-BE49-F238E27FC236}">
                <a16:creationId xmlns:a16="http://schemas.microsoft.com/office/drawing/2014/main" id="{58FC21CA-C65E-3DA5-088D-AA2D975A6CFB}"/>
              </a:ext>
            </a:extLst>
          </p:cNvPr>
          <p:cNvSpPr txBox="1"/>
          <p:nvPr/>
        </p:nvSpPr>
        <p:spPr>
          <a:xfrm>
            <a:off x="3886200" y="6355957"/>
            <a:ext cx="8001000" cy="369332"/>
          </a:xfrm>
          <a:prstGeom prst="rect">
            <a:avLst/>
          </a:prstGeom>
          <a:noFill/>
        </p:spPr>
        <p:txBody>
          <a:bodyPr wrap="square" rtlCol="0">
            <a:spAutoFit/>
          </a:bodyPr>
          <a:lstStyle/>
          <a:p>
            <a:r>
              <a:rPr lang="en-US" dirty="0"/>
              <a:t>Smart Traffic System — Control Panel &amp; Hardware Deployment Overview</a:t>
            </a:r>
          </a:p>
        </p:txBody>
      </p:sp>
      <p:pic>
        <p:nvPicPr>
          <p:cNvPr id="13" name="Picture 12">
            <a:extLst>
              <a:ext uri="{FF2B5EF4-FFF2-40B4-BE49-F238E27FC236}">
                <a16:creationId xmlns:a16="http://schemas.microsoft.com/office/drawing/2014/main" id="{7B090076-E335-7908-9B7E-F1AE2C559B9F}"/>
              </a:ext>
            </a:extLst>
          </p:cNvPr>
          <p:cNvPicPr>
            <a:picLocks noChangeAspect="1"/>
          </p:cNvPicPr>
          <p:nvPr/>
        </p:nvPicPr>
        <p:blipFill>
          <a:blip r:embed="rId3"/>
          <a:stretch>
            <a:fillRect/>
          </a:stretch>
        </p:blipFill>
        <p:spPr>
          <a:xfrm>
            <a:off x="2714017" y="963403"/>
            <a:ext cx="8256024" cy="2791244"/>
          </a:xfrm>
          <a:prstGeom prst="rect">
            <a:avLst/>
          </a:prstGeom>
          <a:ln>
            <a:noFill/>
          </a:ln>
          <a:effectLst>
            <a:softEdge rad="112500"/>
          </a:effectLst>
        </p:spPr>
      </p:pic>
      <p:pic>
        <p:nvPicPr>
          <p:cNvPr id="19" name="Picture 18">
            <a:extLst>
              <a:ext uri="{FF2B5EF4-FFF2-40B4-BE49-F238E27FC236}">
                <a16:creationId xmlns:a16="http://schemas.microsoft.com/office/drawing/2014/main" id="{7D4E5765-0CF8-EC7A-74C8-580FAE31B0B8}"/>
              </a:ext>
            </a:extLst>
          </p:cNvPr>
          <p:cNvPicPr>
            <a:picLocks noChangeAspect="1"/>
          </p:cNvPicPr>
          <p:nvPr/>
        </p:nvPicPr>
        <p:blipFill>
          <a:blip r:embed="rId4"/>
          <a:stretch>
            <a:fillRect/>
          </a:stretch>
        </p:blipFill>
        <p:spPr>
          <a:xfrm>
            <a:off x="2729704" y="3813484"/>
            <a:ext cx="4241027" cy="2365104"/>
          </a:xfrm>
          <a:prstGeom prst="rect">
            <a:avLst/>
          </a:prstGeom>
          <a:ln>
            <a:noFill/>
          </a:ln>
          <a:effectLst>
            <a:softEdge rad="112500"/>
          </a:effectLst>
        </p:spPr>
      </p:pic>
      <p:pic>
        <p:nvPicPr>
          <p:cNvPr id="26" name="Picture 25">
            <a:extLst>
              <a:ext uri="{FF2B5EF4-FFF2-40B4-BE49-F238E27FC236}">
                <a16:creationId xmlns:a16="http://schemas.microsoft.com/office/drawing/2014/main" id="{BEDBD99F-22E5-4EB3-7A7E-AEA6FBD6BE8E}"/>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6994942" y="3886650"/>
            <a:ext cx="3975099" cy="2218772"/>
          </a:xfrm>
          <a:prstGeom prst="rect">
            <a:avLst/>
          </a:prstGeom>
          <a:ln>
            <a:noFill/>
          </a:ln>
          <a:effectLst>
            <a:softEdge rad="112500"/>
          </a:effectLst>
        </p:spPr>
      </p:pic>
    </p:spTree>
    <p:extLst>
      <p:ext uri="{BB962C8B-B14F-4D97-AF65-F5344CB8AC3E}">
        <p14:creationId xmlns:p14="http://schemas.microsoft.com/office/powerpoint/2010/main" val="805006448"/>
      </p:ext>
    </p:extLst>
  </p:cSld>
  <p:clrMapOvr>
    <a:masterClrMapping/>
  </p:clrMapOvr>
  <p:transition spd="slow">
    <p:push dir="u"/>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A035FB-8348-A04E-B89D-9804D10B4617}"/>
            </a:ext>
          </a:extLst>
        </p:cNvPr>
        <p:cNvGrpSpPr/>
        <p:nvPr/>
      </p:nvGrpSpPr>
      <p:grpSpPr>
        <a:xfrm>
          <a:off x="0" y="0"/>
          <a:ext cx="0" cy="0"/>
          <a:chOff x="0" y="0"/>
          <a:chExt cx="0" cy="0"/>
        </a:xfrm>
      </p:grpSpPr>
      <p:sp>
        <p:nvSpPr>
          <p:cNvPr id="5" name="Rectangle">
            <a:extLst>
              <a:ext uri="{FF2B5EF4-FFF2-40B4-BE49-F238E27FC236}">
                <a16:creationId xmlns:a16="http://schemas.microsoft.com/office/drawing/2014/main" id="{C07955B5-AD43-EF0D-113C-5CC5377B22EE}"/>
              </a:ext>
            </a:extLst>
          </p:cNvPr>
          <p:cNvSpPr/>
          <p:nvPr/>
        </p:nvSpPr>
        <p:spPr>
          <a:xfrm flipH="1">
            <a:off x="-24000" y="-2"/>
            <a:ext cx="2469463" cy="6858000"/>
          </a:xfrm>
          <a:prstGeom prst="rect">
            <a:avLst/>
          </a:prstGeom>
          <a:solidFill>
            <a:srgbClr val="F28E01"/>
          </a:solidFill>
          <a:ln w="12700">
            <a:miter lim="400000"/>
          </a:ln>
        </p:spPr>
        <p:txBody>
          <a:bodyPr lIns="50800" tIns="50800" rIns="50800" bIns="50800" anchor="ctr"/>
          <a:lstStyle/>
          <a:p>
            <a:pPr defTabSz="1130300">
              <a:defRPr sz="3200">
                <a:solidFill>
                  <a:srgbClr val="FFFFFF"/>
                </a:solidFill>
                <a:latin typeface="Graphik"/>
                <a:ea typeface="Graphik"/>
                <a:cs typeface="Graphik"/>
                <a:sym typeface="Graphik"/>
              </a:defRPr>
            </a:pPr>
            <a:endParaRPr sz="3200" baseline="-25000"/>
          </a:p>
        </p:txBody>
      </p:sp>
      <p:sp>
        <p:nvSpPr>
          <p:cNvPr id="8" name="Rectangle">
            <a:extLst>
              <a:ext uri="{FF2B5EF4-FFF2-40B4-BE49-F238E27FC236}">
                <a16:creationId xmlns:a16="http://schemas.microsoft.com/office/drawing/2014/main" id="{A077B42F-76E4-64A2-7759-D0459A9E7660}"/>
              </a:ext>
            </a:extLst>
          </p:cNvPr>
          <p:cNvSpPr/>
          <p:nvPr/>
        </p:nvSpPr>
        <p:spPr>
          <a:xfrm flipH="1">
            <a:off x="11496000" y="1"/>
            <a:ext cx="257907" cy="6858000"/>
          </a:xfrm>
          <a:prstGeom prst="rect">
            <a:avLst/>
          </a:prstGeom>
          <a:solidFill>
            <a:srgbClr val="F28E01"/>
          </a:solidFill>
          <a:ln w="12700">
            <a:miter lim="400000"/>
          </a:ln>
        </p:spPr>
        <p:txBody>
          <a:bodyPr lIns="50800" tIns="50800" rIns="50800" bIns="50800" anchor="ctr"/>
          <a:lstStyle/>
          <a:p>
            <a:pPr defTabSz="1130300">
              <a:defRPr sz="3300">
                <a:solidFill>
                  <a:srgbClr val="FFFFFF"/>
                </a:solidFill>
                <a:latin typeface="Graphik"/>
                <a:ea typeface="Graphik"/>
                <a:cs typeface="Graphik"/>
                <a:sym typeface="Graphik"/>
              </a:defRPr>
            </a:pPr>
            <a:endParaRPr sz="3300"/>
          </a:p>
        </p:txBody>
      </p:sp>
      <p:sp>
        <p:nvSpPr>
          <p:cNvPr id="15" name="Content Placeholder 2">
            <a:extLst>
              <a:ext uri="{FF2B5EF4-FFF2-40B4-BE49-F238E27FC236}">
                <a16:creationId xmlns:a16="http://schemas.microsoft.com/office/drawing/2014/main" id="{9440A489-98BB-4030-49FB-0DC9A1C3E29A}"/>
              </a:ext>
            </a:extLst>
          </p:cNvPr>
          <p:cNvSpPr>
            <a:spLocks noGrp="1"/>
          </p:cNvSpPr>
          <p:nvPr>
            <p:ph idx="1"/>
          </p:nvPr>
        </p:nvSpPr>
        <p:spPr>
          <a:xfrm>
            <a:off x="2743199" y="381000"/>
            <a:ext cx="8443337" cy="6172199"/>
          </a:xfrm>
        </p:spPr>
        <p:txBody>
          <a:bodyPr>
            <a:normAutofit/>
          </a:bodyPr>
          <a:lstStyle/>
          <a:p>
            <a:pPr>
              <a:buNone/>
            </a:pPr>
            <a:endParaRPr lang="en-IN" dirty="0"/>
          </a:p>
          <a:p>
            <a:pPr marL="0" indent="0">
              <a:buNone/>
            </a:pPr>
            <a:endParaRPr lang="en-IN" dirty="0"/>
          </a:p>
          <a:p>
            <a:pPr marL="0" indent="0" algn="ctr">
              <a:buNone/>
            </a:pPr>
            <a:endParaRPr lang="en-US" dirty="0"/>
          </a:p>
          <a:p>
            <a:pPr marL="0" indent="0" algn="ctr">
              <a:buNone/>
            </a:pPr>
            <a:endParaRPr lang="en-US" dirty="0"/>
          </a:p>
          <a:p>
            <a:pPr marL="0" indent="0" algn="ctr">
              <a:buNone/>
            </a:pPr>
            <a:endParaRPr lang="en-US" dirty="0"/>
          </a:p>
          <a:p>
            <a:pPr marL="0" indent="0" algn="ctr">
              <a:buNone/>
            </a:pPr>
            <a:r>
              <a:rPr lang="en-US" sz="5400" b="1" dirty="0"/>
              <a:t>9. </a:t>
            </a:r>
            <a:r>
              <a:rPr lang="en-IN" sz="5400" b="1" dirty="0"/>
              <a:t>RESULTS &amp; DISCUSSIONS</a:t>
            </a:r>
          </a:p>
        </p:txBody>
      </p:sp>
    </p:spTree>
    <p:extLst>
      <p:ext uri="{BB962C8B-B14F-4D97-AF65-F5344CB8AC3E}">
        <p14:creationId xmlns:p14="http://schemas.microsoft.com/office/powerpoint/2010/main" val="3054252514"/>
      </p:ext>
    </p:extLst>
  </p:cSld>
  <p:clrMapOvr>
    <a:masterClrMapping/>
  </p:clrMapOvr>
  <p:transition spd="med">
    <p:pull/>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D61140-664F-BA2D-172E-2E667ADCC0BD}"/>
            </a:ext>
          </a:extLst>
        </p:cNvPr>
        <p:cNvGrpSpPr/>
        <p:nvPr/>
      </p:nvGrpSpPr>
      <p:grpSpPr>
        <a:xfrm>
          <a:off x="0" y="0"/>
          <a:ext cx="0" cy="0"/>
          <a:chOff x="0" y="0"/>
          <a:chExt cx="0" cy="0"/>
        </a:xfrm>
      </p:grpSpPr>
      <p:sp>
        <p:nvSpPr>
          <p:cNvPr id="5" name="Rectangle">
            <a:extLst>
              <a:ext uri="{FF2B5EF4-FFF2-40B4-BE49-F238E27FC236}">
                <a16:creationId xmlns:a16="http://schemas.microsoft.com/office/drawing/2014/main" id="{8FF3AF4A-C7F8-2912-81E6-FD6606EBAA05}"/>
              </a:ext>
            </a:extLst>
          </p:cNvPr>
          <p:cNvSpPr/>
          <p:nvPr/>
        </p:nvSpPr>
        <p:spPr>
          <a:xfrm flipH="1">
            <a:off x="-24000" y="-2"/>
            <a:ext cx="2469463" cy="6858000"/>
          </a:xfrm>
          <a:prstGeom prst="rect">
            <a:avLst/>
          </a:prstGeom>
          <a:solidFill>
            <a:srgbClr val="F28E01"/>
          </a:solidFill>
          <a:ln w="12700">
            <a:miter lim="400000"/>
          </a:ln>
        </p:spPr>
        <p:txBody>
          <a:bodyPr lIns="50800" tIns="50800" rIns="50800" bIns="50800" anchor="ctr"/>
          <a:lstStyle/>
          <a:p>
            <a:pPr defTabSz="1130300">
              <a:defRPr sz="3200">
                <a:solidFill>
                  <a:srgbClr val="FFFFFF"/>
                </a:solidFill>
                <a:latin typeface="Graphik"/>
                <a:ea typeface="Graphik"/>
                <a:cs typeface="Graphik"/>
                <a:sym typeface="Graphik"/>
              </a:defRPr>
            </a:pPr>
            <a:endParaRPr sz="3200" baseline="-25000"/>
          </a:p>
        </p:txBody>
      </p:sp>
      <p:sp>
        <p:nvSpPr>
          <p:cNvPr id="8" name="Rectangle">
            <a:extLst>
              <a:ext uri="{FF2B5EF4-FFF2-40B4-BE49-F238E27FC236}">
                <a16:creationId xmlns:a16="http://schemas.microsoft.com/office/drawing/2014/main" id="{3B6DC27E-65DC-D6A7-536D-E57FE4CE04F7}"/>
              </a:ext>
            </a:extLst>
          </p:cNvPr>
          <p:cNvSpPr/>
          <p:nvPr/>
        </p:nvSpPr>
        <p:spPr>
          <a:xfrm flipH="1">
            <a:off x="11496000" y="1"/>
            <a:ext cx="257907" cy="6858000"/>
          </a:xfrm>
          <a:prstGeom prst="rect">
            <a:avLst/>
          </a:prstGeom>
          <a:solidFill>
            <a:srgbClr val="F28E01"/>
          </a:solidFill>
          <a:ln w="12700">
            <a:miter lim="400000"/>
          </a:ln>
        </p:spPr>
        <p:txBody>
          <a:bodyPr lIns="50800" tIns="50800" rIns="50800" bIns="50800" anchor="ctr"/>
          <a:lstStyle/>
          <a:p>
            <a:pPr defTabSz="1130300">
              <a:defRPr sz="3300">
                <a:solidFill>
                  <a:srgbClr val="FFFFFF"/>
                </a:solidFill>
                <a:latin typeface="Graphik"/>
                <a:ea typeface="Graphik"/>
                <a:cs typeface="Graphik"/>
                <a:sym typeface="Graphik"/>
              </a:defRPr>
            </a:pPr>
            <a:endParaRPr sz="3300"/>
          </a:p>
        </p:txBody>
      </p:sp>
      <p:sp>
        <p:nvSpPr>
          <p:cNvPr id="14" name="Title 1">
            <a:extLst>
              <a:ext uri="{FF2B5EF4-FFF2-40B4-BE49-F238E27FC236}">
                <a16:creationId xmlns:a16="http://schemas.microsoft.com/office/drawing/2014/main" id="{1BE1E6FA-054D-BF07-3BFD-C71DB089BE8F}"/>
              </a:ext>
            </a:extLst>
          </p:cNvPr>
          <p:cNvSpPr>
            <a:spLocks noGrp="1"/>
          </p:cNvSpPr>
          <p:nvPr>
            <p:ph type="title"/>
          </p:nvPr>
        </p:nvSpPr>
        <p:spPr>
          <a:xfrm>
            <a:off x="2514600" y="152400"/>
            <a:ext cx="8839200" cy="1143000"/>
          </a:xfrm>
        </p:spPr>
        <p:txBody>
          <a:bodyPr>
            <a:normAutofit/>
          </a:bodyPr>
          <a:lstStyle/>
          <a:p>
            <a:r>
              <a:rPr lang="en-IN" dirty="0"/>
              <a:t>RESULTS &amp; DISCUSSIONS</a:t>
            </a:r>
          </a:p>
        </p:txBody>
      </p:sp>
      <p:sp>
        <p:nvSpPr>
          <p:cNvPr id="15" name="Content Placeholder 2">
            <a:extLst>
              <a:ext uri="{FF2B5EF4-FFF2-40B4-BE49-F238E27FC236}">
                <a16:creationId xmlns:a16="http://schemas.microsoft.com/office/drawing/2014/main" id="{F68D8917-B694-04CB-AC41-B86A7DC7E4C9}"/>
              </a:ext>
            </a:extLst>
          </p:cNvPr>
          <p:cNvSpPr>
            <a:spLocks noGrp="1"/>
          </p:cNvSpPr>
          <p:nvPr>
            <p:ph idx="1"/>
          </p:nvPr>
        </p:nvSpPr>
        <p:spPr>
          <a:xfrm>
            <a:off x="2587663" y="1524000"/>
            <a:ext cx="8766137" cy="4800600"/>
          </a:xfrm>
        </p:spPr>
        <p:txBody>
          <a:bodyPr>
            <a:normAutofit/>
          </a:bodyPr>
          <a:lstStyle/>
          <a:p>
            <a:pPr>
              <a:buFont typeface="Wingdings" panose="05000000000000000000" pitchFamily="2" charset="2"/>
              <a:buChar char="Ø"/>
            </a:pPr>
            <a:r>
              <a:rPr lang="en-US" b="1" dirty="0"/>
              <a:t>Results</a:t>
            </a:r>
          </a:p>
          <a:p>
            <a:pPr lvl="1"/>
            <a:r>
              <a:rPr lang="en-US" dirty="0"/>
              <a:t>Traffic lights switched correctly in Auto Mode</a:t>
            </a:r>
          </a:p>
          <a:p>
            <a:pPr lvl="1"/>
            <a:r>
              <a:rPr lang="en-US" dirty="0"/>
              <a:t>Emergency mode turned selected lane green instantly</a:t>
            </a:r>
          </a:p>
          <a:p>
            <a:pPr lvl="1"/>
            <a:r>
              <a:rPr lang="en-US" dirty="0"/>
              <a:t>Web dashboard updated every 0.5 sec without lag</a:t>
            </a:r>
          </a:p>
          <a:p>
            <a:pPr lvl="1"/>
            <a:r>
              <a:rPr lang="en-US" dirty="0"/>
              <a:t>OLED displayed proper countdown and lane status</a:t>
            </a:r>
          </a:p>
          <a:p>
            <a:pPr lvl="1"/>
            <a:r>
              <a:rPr lang="en-US" dirty="0"/>
              <a:t>Timer changes from UI applied immediately</a:t>
            </a:r>
          </a:p>
          <a:p>
            <a:pPr lvl="1"/>
            <a:r>
              <a:rPr lang="en-US" dirty="0"/>
              <a:t>System stayed stable during long-run testing</a:t>
            </a:r>
          </a:p>
          <a:p>
            <a:pPr>
              <a:buFont typeface="Wingdings" panose="05000000000000000000" pitchFamily="2" charset="2"/>
              <a:buChar char="Ø"/>
            </a:pPr>
            <a:r>
              <a:rPr lang="en-US" b="1" dirty="0"/>
              <a:t>Discussion</a:t>
            </a:r>
          </a:p>
          <a:p>
            <a:pPr lvl="1"/>
            <a:r>
              <a:rPr lang="en-US" dirty="0"/>
              <a:t>Adaptive timers reduced unnecessary waiting</a:t>
            </a:r>
          </a:p>
          <a:p>
            <a:pPr lvl="1"/>
            <a:r>
              <a:rPr lang="en-US" dirty="0"/>
              <a:t>Emergency clearance improved response efficiency</a:t>
            </a:r>
          </a:p>
          <a:p>
            <a:pPr lvl="1"/>
            <a:r>
              <a:rPr lang="en-US" dirty="0"/>
              <a:t>ESP32 handled both control logic + web server smoothly</a:t>
            </a:r>
          </a:p>
          <a:p>
            <a:pPr lvl="1"/>
            <a:r>
              <a:rPr lang="en-US" dirty="0"/>
              <a:t>UI was simple, fast, and user-friendly</a:t>
            </a:r>
          </a:p>
          <a:p>
            <a:pPr lvl="1"/>
            <a:r>
              <a:rPr lang="en-US" dirty="0"/>
              <a:t>Lack of sensors limited real-time adaptability</a:t>
            </a:r>
          </a:p>
        </p:txBody>
      </p:sp>
    </p:spTree>
    <p:extLst>
      <p:ext uri="{BB962C8B-B14F-4D97-AF65-F5344CB8AC3E}">
        <p14:creationId xmlns:p14="http://schemas.microsoft.com/office/powerpoint/2010/main" val="2641708176"/>
      </p:ext>
    </p:extLst>
  </p:cSld>
  <p:clrMapOvr>
    <a:masterClrMapping/>
  </p:clrMapOvr>
  <p:transition spd="slow">
    <p:push dir="u"/>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61520C-00EE-D80A-E103-1BC5D5E628C2}"/>
            </a:ext>
          </a:extLst>
        </p:cNvPr>
        <p:cNvGrpSpPr/>
        <p:nvPr/>
      </p:nvGrpSpPr>
      <p:grpSpPr>
        <a:xfrm>
          <a:off x="0" y="0"/>
          <a:ext cx="0" cy="0"/>
          <a:chOff x="0" y="0"/>
          <a:chExt cx="0" cy="0"/>
        </a:xfrm>
      </p:grpSpPr>
      <p:sp>
        <p:nvSpPr>
          <p:cNvPr id="5" name="Rectangle">
            <a:extLst>
              <a:ext uri="{FF2B5EF4-FFF2-40B4-BE49-F238E27FC236}">
                <a16:creationId xmlns:a16="http://schemas.microsoft.com/office/drawing/2014/main" id="{FF9B62CC-FF88-590E-BBF0-8296C1BD6EDB}"/>
              </a:ext>
            </a:extLst>
          </p:cNvPr>
          <p:cNvSpPr/>
          <p:nvPr/>
        </p:nvSpPr>
        <p:spPr>
          <a:xfrm flipH="1">
            <a:off x="-24000" y="-2"/>
            <a:ext cx="2469463" cy="6858000"/>
          </a:xfrm>
          <a:prstGeom prst="rect">
            <a:avLst/>
          </a:prstGeom>
          <a:solidFill>
            <a:srgbClr val="F28E01"/>
          </a:solidFill>
          <a:ln w="12700">
            <a:miter lim="400000"/>
          </a:ln>
        </p:spPr>
        <p:txBody>
          <a:bodyPr lIns="50800" tIns="50800" rIns="50800" bIns="50800" anchor="ctr"/>
          <a:lstStyle/>
          <a:p>
            <a:pPr defTabSz="1130300">
              <a:defRPr sz="3200">
                <a:solidFill>
                  <a:srgbClr val="FFFFFF"/>
                </a:solidFill>
                <a:latin typeface="Graphik"/>
                <a:ea typeface="Graphik"/>
                <a:cs typeface="Graphik"/>
                <a:sym typeface="Graphik"/>
              </a:defRPr>
            </a:pPr>
            <a:endParaRPr sz="3200" baseline="-25000"/>
          </a:p>
        </p:txBody>
      </p:sp>
      <p:sp>
        <p:nvSpPr>
          <p:cNvPr id="8" name="Rectangle">
            <a:extLst>
              <a:ext uri="{FF2B5EF4-FFF2-40B4-BE49-F238E27FC236}">
                <a16:creationId xmlns:a16="http://schemas.microsoft.com/office/drawing/2014/main" id="{DBB6DA2E-B644-5A85-DC36-8377A3F3AAAC}"/>
              </a:ext>
            </a:extLst>
          </p:cNvPr>
          <p:cNvSpPr/>
          <p:nvPr/>
        </p:nvSpPr>
        <p:spPr>
          <a:xfrm flipH="1">
            <a:off x="11496000" y="1"/>
            <a:ext cx="257907" cy="6858000"/>
          </a:xfrm>
          <a:prstGeom prst="rect">
            <a:avLst/>
          </a:prstGeom>
          <a:solidFill>
            <a:srgbClr val="F28E01"/>
          </a:solidFill>
          <a:ln w="12700">
            <a:miter lim="400000"/>
          </a:ln>
        </p:spPr>
        <p:txBody>
          <a:bodyPr lIns="50800" tIns="50800" rIns="50800" bIns="50800" anchor="ctr"/>
          <a:lstStyle/>
          <a:p>
            <a:pPr defTabSz="1130300">
              <a:defRPr sz="3300">
                <a:solidFill>
                  <a:srgbClr val="FFFFFF"/>
                </a:solidFill>
                <a:latin typeface="Graphik"/>
                <a:ea typeface="Graphik"/>
                <a:cs typeface="Graphik"/>
                <a:sym typeface="Graphik"/>
              </a:defRPr>
            </a:pPr>
            <a:endParaRPr sz="3300"/>
          </a:p>
        </p:txBody>
      </p:sp>
      <p:sp>
        <p:nvSpPr>
          <p:cNvPr id="15" name="Content Placeholder 2">
            <a:extLst>
              <a:ext uri="{FF2B5EF4-FFF2-40B4-BE49-F238E27FC236}">
                <a16:creationId xmlns:a16="http://schemas.microsoft.com/office/drawing/2014/main" id="{AF8CBDB9-908A-578D-AB2C-9804D2BC0E71}"/>
              </a:ext>
            </a:extLst>
          </p:cNvPr>
          <p:cNvSpPr>
            <a:spLocks noGrp="1"/>
          </p:cNvSpPr>
          <p:nvPr>
            <p:ph idx="1"/>
          </p:nvPr>
        </p:nvSpPr>
        <p:spPr>
          <a:xfrm>
            <a:off x="2743199" y="381000"/>
            <a:ext cx="8443337" cy="6172199"/>
          </a:xfrm>
        </p:spPr>
        <p:txBody>
          <a:bodyPr>
            <a:normAutofit/>
          </a:bodyPr>
          <a:lstStyle/>
          <a:p>
            <a:pPr>
              <a:buNone/>
            </a:pPr>
            <a:endParaRPr lang="en-IN" dirty="0"/>
          </a:p>
          <a:p>
            <a:pPr marL="0" indent="0">
              <a:buNone/>
            </a:pPr>
            <a:endParaRPr lang="en-IN" dirty="0"/>
          </a:p>
          <a:p>
            <a:pPr marL="0" indent="0" algn="ctr">
              <a:buNone/>
            </a:pPr>
            <a:endParaRPr lang="en-US" dirty="0"/>
          </a:p>
          <a:p>
            <a:pPr marL="0" indent="0" algn="ctr">
              <a:buNone/>
            </a:pPr>
            <a:endParaRPr lang="en-US" dirty="0"/>
          </a:p>
          <a:p>
            <a:pPr marL="0" indent="0" algn="ctr">
              <a:buNone/>
            </a:pPr>
            <a:endParaRPr lang="en-US" dirty="0"/>
          </a:p>
          <a:p>
            <a:pPr marL="0" indent="0" algn="ctr">
              <a:buNone/>
            </a:pPr>
            <a:r>
              <a:rPr lang="en-US" sz="5400" b="1" dirty="0"/>
              <a:t>10. </a:t>
            </a:r>
            <a:r>
              <a:rPr lang="en-IN" sz="5400" b="1" dirty="0"/>
              <a:t>CONCLUSION &amp; FUTURE SCOPE</a:t>
            </a:r>
          </a:p>
        </p:txBody>
      </p:sp>
    </p:spTree>
    <p:extLst>
      <p:ext uri="{BB962C8B-B14F-4D97-AF65-F5344CB8AC3E}">
        <p14:creationId xmlns:p14="http://schemas.microsoft.com/office/powerpoint/2010/main" val="2664397876"/>
      </p:ext>
    </p:extLst>
  </p:cSld>
  <p:clrMapOvr>
    <a:masterClrMapping/>
  </p:clrMapOvr>
  <p:transition spd="med">
    <p:pull/>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FDB9F4-F76B-09CD-D9E1-9EAB0DE517AD}"/>
            </a:ext>
          </a:extLst>
        </p:cNvPr>
        <p:cNvGrpSpPr/>
        <p:nvPr/>
      </p:nvGrpSpPr>
      <p:grpSpPr>
        <a:xfrm>
          <a:off x="0" y="0"/>
          <a:ext cx="0" cy="0"/>
          <a:chOff x="0" y="0"/>
          <a:chExt cx="0" cy="0"/>
        </a:xfrm>
      </p:grpSpPr>
      <p:sp>
        <p:nvSpPr>
          <p:cNvPr id="5" name="Rectangle">
            <a:extLst>
              <a:ext uri="{FF2B5EF4-FFF2-40B4-BE49-F238E27FC236}">
                <a16:creationId xmlns:a16="http://schemas.microsoft.com/office/drawing/2014/main" id="{8D787E98-38B7-B096-4289-4772990BEE7C}"/>
              </a:ext>
            </a:extLst>
          </p:cNvPr>
          <p:cNvSpPr/>
          <p:nvPr/>
        </p:nvSpPr>
        <p:spPr>
          <a:xfrm flipH="1">
            <a:off x="-24000" y="-2"/>
            <a:ext cx="2469463" cy="6858000"/>
          </a:xfrm>
          <a:prstGeom prst="rect">
            <a:avLst/>
          </a:prstGeom>
          <a:solidFill>
            <a:srgbClr val="F28E01"/>
          </a:solidFill>
          <a:ln w="12700">
            <a:miter lim="400000"/>
          </a:ln>
        </p:spPr>
        <p:txBody>
          <a:bodyPr lIns="50800" tIns="50800" rIns="50800" bIns="50800" anchor="ctr"/>
          <a:lstStyle/>
          <a:p>
            <a:pPr defTabSz="1130300">
              <a:defRPr sz="3200">
                <a:solidFill>
                  <a:srgbClr val="FFFFFF"/>
                </a:solidFill>
                <a:latin typeface="Graphik"/>
                <a:ea typeface="Graphik"/>
                <a:cs typeface="Graphik"/>
                <a:sym typeface="Graphik"/>
              </a:defRPr>
            </a:pPr>
            <a:endParaRPr sz="3200" baseline="-25000"/>
          </a:p>
        </p:txBody>
      </p:sp>
      <p:sp>
        <p:nvSpPr>
          <p:cNvPr id="8" name="Rectangle">
            <a:extLst>
              <a:ext uri="{FF2B5EF4-FFF2-40B4-BE49-F238E27FC236}">
                <a16:creationId xmlns:a16="http://schemas.microsoft.com/office/drawing/2014/main" id="{DB9E9EEF-B665-7D59-8A7F-4D43B763AE5D}"/>
              </a:ext>
            </a:extLst>
          </p:cNvPr>
          <p:cNvSpPr/>
          <p:nvPr/>
        </p:nvSpPr>
        <p:spPr>
          <a:xfrm flipH="1">
            <a:off x="11496000" y="1"/>
            <a:ext cx="257907" cy="6858000"/>
          </a:xfrm>
          <a:prstGeom prst="rect">
            <a:avLst/>
          </a:prstGeom>
          <a:solidFill>
            <a:srgbClr val="F28E01"/>
          </a:solidFill>
          <a:ln w="12700">
            <a:miter lim="400000"/>
          </a:ln>
        </p:spPr>
        <p:txBody>
          <a:bodyPr lIns="50800" tIns="50800" rIns="50800" bIns="50800" anchor="ctr"/>
          <a:lstStyle/>
          <a:p>
            <a:pPr defTabSz="1130300">
              <a:defRPr sz="3300">
                <a:solidFill>
                  <a:srgbClr val="FFFFFF"/>
                </a:solidFill>
                <a:latin typeface="Graphik"/>
                <a:ea typeface="Graphik"/>
                <a:cs typeface="Graphik"/>
                <a:sym typeface="Graphik"/>
              </a:defRPr>
            </a:pPr>
            <a:endParaRPr sz="3300"/>
          </a:p>
        </p:txBody>
      </p:sp>
      <p:sp>
        <p:nvSpPr>
          <p:cNvPr id="14" name="Title 1">
            <a:extLst>
              <a:ext uri="{FF2B5EF4-FFF2-40B4-BE49-F238E27FC236}">
                <a16:creationId xmlns:a16="http://schemas.microsoft.com/office/drawing/2014/main" id="{D2C68D71-5AD8-009D-8116-1D8BEFCF38FF}"/>
              </a:ext>
            </a:extLst>
          </p:cNvPr>
          <p:cNvSpPr>
            <a:spLocks noGrp="1"/>
          </p:cNvSpPr>
          <p:nvPr>
            <p:ph type="title"/>
          </p:nvPr>
        </p:nvSpPr>
        <p:spPr>
          <a:xfrm>
            <a:off x="2514600" y="152400"/>
            <a:ext cx="8839200" cy="1143000"/>
          </a:xfrm>
        </p:spPr>
        <p:txBody>
          <a:bodyPr>
            <a:normAutofit/>
          </a:bodyPr>
          <a:lstStyle/>
          <a:p>
            <a:r>
              <a:rPr lang="en-IN" dirty="0"/>
              <a:t>CONCLUSION &amp; FUTURE SCOPE</a:t>
            </a:r>
          </a:p>
        </p:txBody>
      </p:sp>
      <p:sp>
        <p:nvSpPr>
          <p:cNvPr id="15" name="Content Placeholder 2">
            <a:extLst>
              <a:ext uri="{FF2B5EF4-FFF2-40B4-BE49-F238E27FC236}">
                <a16:creationId xmlns:a16="http://schemas.microsoft.com/office/drawing/2014/main" id="{361D67A7-1B76-38D2-4C16-CC991907B816}"/>
              </a:ext>
            </a:extLst>
          </p:cNvPr>
          <p:cNvSpPr>
            <a:spLocks noGrp="1"/>
          </p:cNvSpPr>
          <p:nvPr>
            <p:ph idx="1"/>
          </p:nvPr>
        </p:nvSpPr>
        <p:spPr>
          <a:xfrm>
            <a:off x="2587663" y="1524000"/>
            <a:ext cx="8766137" cy="5181600"/>
          </a:xfrm>
        </p:spPr>
        <p:txBody>
          <a:bodyPr>
            <a:normAutofit/>
          </a:bodyPr>
          <a:lstStyle/>
          <a:p>
            <a:pPr>
              <a:buFont typeface="Wingdings" panose="05000000000000000000" pitchFamily="2" charset="2"/>
              <a:buChar char="Ø"/>
            </a:pPr>
            <a:r>
              <a:rPr lang="en-US" b="1" dirty="0"/>
              <a:t>Conclusion</a:t>
            </a:r>
          </a:p>
          <a:p>
            <a:pPr lvl="1"/>
            <a:r>
              <a:rPr lang="en-US" dirty="0"/>
              <a:t>ESP32 traffic controller working reliably</a:t>
            </a:r>
          </a:p>
          <a:p>
            <a:pPr lvl="1"/>
            <a:r>
              <a:rPr lang="en-US" dirty="0"/>
              <a:t>Web dashboard enables live timing control</a:t>
            </a:r>
          </a:p>
          <a:p>
            <a:pPr lvl="1"/>
            <a:r>
              <a:rPr lang="en-US" dirty="0"/>
              <a:t>Dynamic cycle + emergency mode functional</a:t>
            </a:r>
          </a:p>
          <a:p>
            <a:pPr lvl="1"/>
            <a:r>
              <a:rPr lang="en-US" dirty="0"/>
              <a:t>OLED shows direction + countdown</a:t>
            </a:r>
            <a:endParaRPr lang="en-US" b="1" dirty="0"/>
          </a:p>
          <a:p>
            <a:pPr>
              <a:buFont typeface="Wingdings" panose="05000000000000000000" pitchFamily="2" charset="2"/>
              <a:buChar char="Ø"/>
            </a:pPr>
            <a:r>
              <a:rPr lang="en-US" b="1" dirty="0"/>
              <a:t>Future Scope</a:t>
            </a:r>
          </a:p>
          <a:p>
            <a:pPr lvl="1"/>
            <a:r>
              <a:rPr lang="en-US" dirty="0"/>
              <a:t>Add sensors / camera for real-time vehicle detection</a:t>
            </a:r>
          </a:p>
          <a:p>
            <a:pPr lvl="1"/>
            <a:r>
              <a:rPr lang="en-US" dirty="0"/>
              <a:t>Add vehicle detection sensors / YOLO camera for true adaptive timing Add authentication for dashboard</a:t>
            </a:r>
          </a:p>
          <a:p>
            <a:pPr lvl="1"/>
            <a:r>
              <a:rPr lang="en-US" dirty="0"/>
              <a:t>Add AI/ML prediction models for peak traffic forecasting</a:t>
            </a:r>
          </a:p>
        </p:txBody>
      </p:sp>
    </p:spTree>
    <p:extLst>
      <p:ext uri="{BB962C8B-B14F-4D97-AF65-F5344CB8AC3E}">
        <p14:creationId xmlns:p14="http://schemas.microsoft.com/office/powerpoint/2010/main" val="2305100057"/>
      </p:ext>
    </p:extLst>
  </p:cSld>
  <p:clrMapOvr>
    <a:masterClrMapping/>
  </p:clrMapOvr>
  <p:transition spd="slow">
    <p:push dir="u"/>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CEB0A6-6797-1999-EC6D-2739DE155ED7}"/>
            </a:ext>
          </a:extLst>
        </p:cNvPr>
        <p:cNvGrpSpPr/>
        <p:nvPr/>
      </p:nvGrpSpPr>
      <p:grpSpPr>
        <a:xfrm>
          <a:off x="0" y="0"/>
          <a:ext cx="0" cy="0"/>
          <a:chOff x="0" y="0"/>
          <a:chExt cx="0" cy="0"/>
        </a:xfrm>
      </p:grpSpPr>
      <p:sp>
        <p:nvSpPr>
          <p:cNvPr id="5" name="Rectangle">
            <a:extLst>
              <a:ext uri="{FF2B5EF4-FFF2-40B4-BE49-F238E27FC236}">
                <a16:creationId xmlns:a16="http://schemas.microsoft.com/office/drawing/2014/main" id="{2AD7B1A9-D817-F282-B54F-752300B833C0}"/>
              </a:ext>
            </a:extLst>
          </p:cNvPr>
          <p:cNvSpPr/>
          <p:nvPr/>
        </p:nvSpPr>
        <p:spPr>
          <a:xfrm flipH="1">
            <a:off x="-24000" y="-2"/>
            <a:ext cx="2469463" cy="6858000"/>
          </a:xfrm>
          <a:prstGeom prst="rect">
            <a:avLst/>
          </a:prstGeom>
          <a:solidFill>
            <a:srgbClr val="F28E01"/>
          </a:solidFill>
          <a:ln w="12700">
            <a:miter lim="400000"/>
          </a:ln>
        </p:spPr>
        <p:txBody>
          <a:bodyPr lIns="50800" tIns="50800" rIns="50800" bIns="50800" anchor="ctr"/>
          <a:lstStyle/>
          <a:p>
            <a:pPr defTabSz="1130300">
              <a:defRPr sz="3200">
                <a:solidFill>
                  <a:srgbClr val="FFFFFF"/>
                </a:solidFill>
                <a:latin typeface="Graphik"/>
                <a:ea typeface="Graphik"/>
                <a:cs typeface="Graphik"/>
                <a:sym typeface="Graphik"/>
              </a:defRPr>
            </a:pPr>
            <a:endParaRPr sz="3200" baseline="-25000"/>
          </a:p>
        </p:txBody>
      </p:sp>
      <p:sp>
        <p:nvSpPr>
          <p:cNvPr id="8" name="Rectangle">
            <a:extLst>
              <a:ext uri="{FF2B5EF4-FFF2-40B4-BE49-F238E27FC236}">
                <a16:creationId xmlns:a16="http://schemas.microsoft.com/office/drawing/2014/main" id="{7FFA7D4E-A12F-82D2-F582-C40C2B916E7F}"/>
              </a:ext>
            </a:extLst>
          </p:cNvPr>
          <p:cNvSpPr/>
          <p:nvPr/>
        </p:nvSpPr>
        <p:spPr>
          <a:xfrm flipH="1">
            <a:off x="11496000" y="1"/>
            <a:ext cx="257907" cy="6858000"/>
          </a:xfrm>
          <a:prstGeom prst="rect">
            <a:avLst/>
          </a:prstGeom>
          <a:solidFill>
            <a:srgbClr val="F28E01"/>
          </a:solidFill>
          <a:ln w="12700">
            <a:miter lim="400000"/>
          </a:ln>
        </p:spPr>
        <p:txBody>
          <a:bodyPr lIns="50800" tIns="50800" rIns="50800" bIns="50800" anchor="ctr"/>
          <a:lstStyle/>
          <a:p>
            <a:pPr defTabSz="1130300">
              <a:defRPr sz="3300">
                <a:solidFill>
                  <a:srgbClr val="FFFFFF"/>
                </a:solidFill>
                <a:latin typeface="Graphik"/>
                <a:ea typeface="Graphik"/>
                <a:cs typeface="Graphik"/>
                <a:sym typeface="Graphik"/>
              </a:defRPr>
            </a:pPr>
            <a:endParaRPr sz="3300"/>
          </a:p>
        </p:txBody>
      </p:sp>
      <p:sp>
        <p:nvSpPr>
          <p:cNvPr id="15" name="Content Placeholder 2">
            <a:extLst>
              <a:ext uri="{FF2B5EF4-FFF2-40B4-BE49-F238E27FC236}">
                <a16:creationId xmlns:a16="http://schemas.microsoft.com/office/drawing/2014/main" id="{60F9BCC5-88D9-C99E-57BC-AAAE0397A150}"/>
              </a:ext>
            </a:extLst>
          </p:cNvPr>
          <p:cNvSpPr>
            <a:spLocks noGrp="1"/>
          </p:cNvSpPr>
          <p:nvPr>
            <p:ph idx="1"/>
          </p:nvPr>
        </p:nvSpPr>
        <p:spPr>
          <a:xfrm>
            <a:off x="2743199" y="381000"/>
            <a:ext cx="8443337" cy="6172199"/>
          </a:xfrm>
        </p:spPr>
        <p:txBody>
          <a:bodyPr>
            <a:normAutofit/>
          </a:bodyPr>
          <a:lstStyle/>
          <a:p>
            <a:pPr>
              <a:buNone/>
            </a:pPr>
            <a:endParaRPr lang="en-IN" dirty="0"/>
          </a:p>
          <a:p>
            <a:pPr marL="0" indent="0">
              <a:buNone/>
            </a:pPr>
            <a:endParaRPr lang="en-IN" dirty="0"/>
          </a:p>
          <a:p>
            <a:pPr marL="0" indent="0" algn="ctr">
              <a:buNone/>
            </a:pPr>
            <a:endParaRPr lang="en-US" dirty="0"/>
          </a:p>
          <a:p>
            <a:pPr marL="0" indent="0" algn="ctr">
              <a:buNone/>
            </a:pPr>
            <a:endParaRPr lang="en-US" dirty="0"/>
          </a:p>
          <a:p>
            <a:pPr marL="0" indent="0" algn="ctr">
              <a:buNone/>
            </a:pPr>
            <a:endParaRPr lang="en-US" dirty="0"/>
          </a:p>
          <a:p>
            <a:pPr marL="0" indent="0" algn="ctr">
              <a:buNone/>
            </a:pPr>
            <a:r>
              <a:rPr lang="en-US" sz="5400" b="1" dirty="0"/>
              <a:t>11. </a:t>
            </a:r>
            <a:r>
              <a:rPr lang="en-IN" sz="5400" b="1" dirty="0"/>
              <a:t>REFERENCES</a:t>
            </a:r>
          </a:p>
        </p:txBody>
      </p:sp>
    </p:spTree>
    <p:extLst>
      <p:ext uri="{BB962C8B-B14F-4D97-AF65-F5344CB8AC3E}">
        <p14:creationId xmlns:p14="http://schemas.microsoft.com/office/powerpoint/2010/main" val="3949940460"/>
      </p:ext>
    </p:extLst>
  </p:cSld>
  <p:clrMapOvr>
    <a:masterClrMapping/>
  </p:clrMapOvr>
  <p:transition spd="med">
    <p:pull/>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6D6DD7-57E3-4675-E5B8-D4E3AF2DCECA}"/>
            </a:ext>
          </a:extLst>
        </p:cNvPr>
        <p:cNvGrpSpPr/>
        <p:nvPr/>
      </p:nvGrpSpPr>
      <p:grpSpPr>
        <a:xfrm>
          <a:off x="0" y="0"/>
          <a:ext cx="0" cy="0"/>
          <a:chOff x="0" y="0"/>
          <a:chExt cx="0" cy="0"/>
        </a:xfrm>
      </p:grpSpPr>
      <p:sp>
        <p:nvSpPr>
          <p:cNvPr id="5" name="Rectangle">
            <a:extLst>
              <a:ext uri="{FF2B5EF4-FFF2-40B4-BE49-F238E27FC236}">
                <a16:creationId xmlns:a16="http://schemas.microsoft.com/office/drawing/2014/main" id="{DAC79E61-F9CC-FF82-85B0-352182452126}"/>
              </a:ext>
            </a:extLst>
          </p:cNvPr>
          <p:cNvSpPr/>
          <p:nvPr/>
        </p:nvSpPr>
        <p:spPr>
          <a:xfrm flipH="1">
            <a:off x="-24000" y="-2"/>
            <a:ext cx="2469463" cy="6858000"/>
          </a:xfrm>
          <a:prstGeom prst="rect">
            <a:avLst/>
          </a:prstGeom>
          <a:solidFill>
            <a:srgbClr val="F28E01"/>
          </a:solidFill>
          <a:ln w="12700">
            <a:miter lim="400000"/>
          </a:ln>
        </p:spPr>
        <p:txBody>
          <a:bodyPr lIns="50800" tIns="50800" rIns="50800" bIns="50800" anchor="ctr"/>
          <a:lstStyle/>
          <a:p>
            <a:pPr defTabSz="1130300">
              <a:defRPr sz="3200">
                <a:solidFill>
                  <a:srgbClr val="FFFFFF"/>
                </a:solidFill>
                <a:latin typeface="Graphik"/>
                <a:ea typeface="Graphik"/>
                <a:cs typeface="Graphik"/>
                <a:sym typeface="Graphik"/>
              </a:defRPr>
            </a:pPr>
            <a:endParaRPr sz="3200" baseline="-25000"/>
          </a:p>
        </p:txBody>
      </p:sp>
      <p:sp>
        <p:nvSpPr>
          <p:cNvPr id="8" name="Rectangle">
            <a:extLst>
              <a:ext uri="{FF2B5EF4-FFF2-40B4-BE49-F238E27FC236}">
                <a16:creationId xmlns:a16="http://schemas.microsoft.com/office/drawing/2014/main" id="{FCC53827-4C02-3584-2B36-6B7AF1B0B66A}"/>
              </a:ext>
            </a:extLst>
          </p:cNvPr>
          <p:cNvSpPr/>
          <p:nvPr/>
        </p:nvSpPr>
        <p:spPr>
          <a:xfrm flipH="1">
            <a:off x="11496000" y="1"/>
            <a:ext cx="257907" cy="6858000"/>
          </a:xfrm>
          <a:prstGeom prst="rect">
            <a:avLst/>
          </a:prstGeom>
          <a:solidFill>
            <a:srgbClr val="F28E01"/>
          </a:solidFill>
          <a:ln w="12700">
            <a:miter lim="400000"/>
          </a:ln>
        </p:spPr>
        <p:txBody>
          <a:bodyPr lIns="50800" tIns="50800" rIns="50800" bIns="50800" anchor="ctr"/>
          <a:lstStyle/>
          <a:p>
            <a:pPr defTabSz="1130300">
              <a:defRPr sz="3300">
                <a:solidFill>
                  <a:srgbClr val="FFFFFF"/>
                </a:solidFill>
                <a:latin typeface="Graphik"/>
                <a:ea typeface="Graphik"/>
                <a:cs typeface="Graphik"/>
                <a:sym typeface="Graphik"/>
              </a:defRPr>
            </a:pPr>
            <a:endParaRPr sz="3300"/>
          </a:p>
        </p:txBody>
      </p:sp>
      <p:sp>
        <p:nvSpPr>
          <p:cNvPr id="14" name="Title 1">
            <a:extLst>
              <a:ext uri="{FF2B5EF4-FFF2-40B4-BE49-F238E27FC236}">
                <a16:creationId xmlns:a16="http://schemas.microsoft.com/office/drawing/2014/main" id="{92CB8BE3-D75D-1AF7-191A-96CE9A3CEDC2}"/>
              </a:ext>
            </a:extLst>
          </p:cNvPr>
          <p:cNvSpPr>
            <a:spLocks noGrp="1"/>
          </p:cNvSpPr>
          <p:nvPr>
            <p:ph type="title"/>
          </p:nvPr>
        </p:nvSpPr>
        <p:spPr>
          <a:xfrm>
            <a:off x="2514600" y="152400"/>
            <a:ext cx="8915399" cy="1143000"/>
          </a:xfrm>
        </p:spPr>
        <p:txBody>
          <a:bodyPr>
            <a:noAutofit/>
          </a:bodyPr>
          <a:lstStyle/>
          <a:p>
            <a:r>
              <a:rPr lang="en-IN" sz="3600" dirty="0"/>
              <a:t>REFERENCES</a:t>
            </a:r>
          </a:p>
        </p:txBody>
      </p:sp>
      <p:sp>
        <p:nvSpPr>
          <p:cNvPr id="7" name="Rectangle 2">
            <a:extLst>
              <a:ext uri="{FF2B5EF4-FFF2-40B4-BE49-F238E27FC236}">
                <a16:creationId xmlns:a16="http://schemas.microsoft.com/office/drawing/2014/main" id="{09B886B5-A9E7-01DF-AA17-3D096BBBC575}"/>
              </a:ext>
            </a:extLst>
          </p:cNvPr>
          <p:cNvSpPr>
            <a:spLocks noGrp="1" noChangeArrowheads="1"/>
          </p:cNvSpPr>
          <p:nvPr>
            <p:ph idx="1"/>
          </p:nvPr>
        </p:nvSpPr>
        <p:spPr bwMode="auto">
          <a:xfrm>
            <a:off x="2686930" y="1616710"/>
            <a:ext cx="8809070" cy="47705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R="0" lvl="0" algn="l" defTabSz="914400" rtl="0" eaLnBrk="0" fontAlgn="base" latinLnBrk="0" hangingPunct="0">
              <a:lnSpc>
                <a:spcPct val="100000"/>
              </a:lnSpc>
              <a:spcBef>
                <a:spcPct val="0"/>
              </a:spcBef>
              <a:spcAft>
                <a:spcPct val="0"/>
              </a:spcAft>
              <a:buClrTx/>
              <a:buSzTx/>
              <a:tabLst/>
            </a:pPr>
            <a:r>
              <a:rPr kumimoji="0" lang="en-US" altLang="en-US" sz="1600" b="1" i="0" u="none" strike="noStrike" cap="none" normalizeH="0" baseline="0" dirty="0" err="1">
                <a:ln>
                  <a:noFill/>
                </a:ln>
                <a:solidFill>
                  <a:schemeClr val="tx1"/>
                </a:solidFill>
                <a:effectLst/>
                <a:latin typeface="Arial" panose="020B0604020202020204" pitchFamily="34" charset="0"/>
              </a:rPr>
              <a:t>Mutambik</a:t>
            </a:r>
            <a:r>
              <a:rPr kumimoji="0" lang="en-US" altLang="en-US" sz="1600" b="1" i="0" u="none" strike="noStrike" cap="none" normalizeH="0" baseline="0" dirty="0">
                <a:ln>
                  <a:noFill/>
                </a:ln>
                <a:solidFill>
                  <a:schemeClr val="tx1"/>
                </a:solidFill>
                <a:effectLst/>
                <a:latin typeface="Arial" panose="020B0604020202020204" pitchFamily="34" charset="0"/>
              </a:rPr>
              <a:t>, I. (2025)</a:t>
            </a:r>
            <a:br>
              <a:rPr kumimoji="0" lang="en-US" altLang="en-US" sz="1600" b="0" i="0" u="none" strike="noStrike" cap="none" normalizeH="0" baseline="0" dirty="0">
                <a:ln>
                  <a:noFill/>
                </a:ln>
                <a:solidFill>
                  <a:schemeClr val="tx1"/>
                </a:solidFill>
                <a:effectLst/>
                <a:latin typeface="Arial" panose="020B0604020202020204" pitchFamily="34" charset="0"/>
              </a:rPr>
            </a:br>
            <a:r>
              <a:rPr kumimoji="0" lang="en-US" altLang="en-US" sz="1600" b="0" i="1" u="none" strike="noStrike" cap="none" normalizeH="0" baseline="0" dirty="0">
                <a:ln>
                  <a:noFill/>
                </a:ln>
                <a:solidFill>
                  <a:schemeClr val="tx1"/>
                </a:solidFill>
                <a:effectLst/>
                <a:latin typeface="Arial" panose="020B0604020202020204" pitchFamily="34" charset="0"/>
              </a:rPr>
              <a:t>IoT-Enabled Adaptive Traffic Management: A Multiagent Framework for Urban Mobility </a:t>
            </a:r>
            <a:r>
              <a:rPr kumimoji="0" lang="en-US" altLang="en-US" sz="1600" b="0" i="1" u="none" strike="noStrike" cap="none" normalizeH="0" baseline="0" dirty="0" err="1">
                <a:ln>
                  <a:noFill/>
                </a:ln>
                <a:solidFill>
                  <a:schemeClr val="tx1"/>
                </a:solidFill>
                <a:effectLst/>
                <a:latin typeface="Arial" panose="020B0604020202020204" pitchFamily="34" charset="0"/>
              </a:rPr>
              <a:t>Optimisation</a:t>
            </a:r>
            <a:br>
              <a:rPr kumimoji="0" lang="en-US" altLang="en-US" sz="1600" b="0" i="0" u="none" strike="noStrike" cap="none" normalizeH="0" baseline="0" dirty="0">
                <a:ln>
                  <a:noFill/>
                </a:ln>
                <a:solidFill>
                  <a:schemeClr val="tx1"/>
                </a:solidFill>
                <a:effectLst/>
                <a:latin typeface="Arial" panose="020B0604020202020204" pitchFamily="34" charset="0"/>
              </a:rPr>
            </a:br>
            <a:r>
              <a:rPr kumimoji="0" lang="en-US" altLang="en-US" sz="1600" b="1" i="0" u="none" strike="noStrike" cap="none" normalizeH="0" baseline="0" dirty="0">
                <a:ln>
                  <a:noFill/>
                </a:ln>
                <a:solidFill>
                  <a:schemeClr val="tx1"/>
                </a:solidFill>
                <a:effectLst/>
                <a:latin typeface="Arial" panose="020B0604020202020204" pitchFamily="34" charset="0"/>
              </a:rPr>
              <a:t>Sensors, 25(13):4126</a:t>
            </a:r>
            <a:br>
              <a:rPr kumimoji="0" lang="en-US" altLang="en-US" sz="1600" b="0" i="0" u="none" strike="noStrike" cap="none" normalizeH="0" baseline="0" dirty="0">
                <a:ln>
                  <a:noFill/>
                </a:ln>
                <a:solidFill>
                  <a:schemeClr val="tx1"/>
                </a:solidFill>
                <a:effectLst/>
                <a:latin typeface="Arial" panose="020B0604020202020204" pitchFamily="34" charset="0"/>
              </a:rPr>
            </a:br>
            <a:r>
              <a:rPr kumimoji="0" lang="en-US" altLang="en-US" sz="1600" b="0" i="0" u="none" strike="noStrike" cap="none" normalizeH="0" baseline="0" dirty="0">
                <a:ln>
                  <a:noFill/>
                </a:ln>
                <a:solidFill>
                  <a:schemeClr val="tx1"/>
                </a:solidFill>
                <a:effectLst/>
                <a:latin typeface="Arial" panose="020B0604020202020204" pitchFamily="34" charset="0"/>
                <a:hlinkClick r:id="rId3"/>
              </a:rPr>
              <a:t>https://www.mdpi.com/1424-8220/25/13/4126</a:t>
            </a:r>
            <a:endParaRPr kumimoji="0" lang="en-US" altLang="en-US" sz="1600" b="0" i="0" u="none" strike="noStrike" cap="none" normalizeH="0" baseline="0" dirty="0">
              <a:ln>
                <a:noFill/>
              </a:ln>
              <a:solidFill>
                <a:schemeClr val="tx1"/>
              </a:solidFill>
              <a:effectLst/>
              <a:latin typeface="Arial" panose="020B0604020202020204" pitchFamily="34" charset="0"/>
            </a:endParaRPr>
          </a:p>
          <a:p>
            <a:pPr marR="0" lvl="0" algn="l" defTabSz="914400" rtl="0" eaLnBrk="0" fontAlgn="base" latinLnBrk="0" hangingPunct="0">
              <a:lnSpc>
                <a:spcPct val="100000"/>
              </a:lnSpc>
              <a:spcBef>
                <a:spcPct val="0"/>
              </a:spcBef>
              <a:spcAft>
                <a:spcPct val="0"/>
              </a:spcAft>
              <a:buClrTx/>
              <a:buSzTx/>
              <a:tabLst/>
            </a:pPr>
            <a:r>
              <a:rPr kumimoji="0" lang="en-US" altLang="en-US" sz="1600" b="1" i="0" u="none" strike="noStrike" cap="none" normalizeH="0" baseline="0" dirty="0">
                <a:ln>
                  <a:noFill/>
                </a:ln>
                <a:solidFill>
                  <a:schemeClr val="tx1"/>
                </a:solidFill>
                <a:effectLst/>
                <a:latin typeface="Arial" panose="020B0604020202020204" pitchFamily="34" charset="0"/>
              </a:rPr>
              <a:t>Kwesiga, D. K., Guin, A., Hunter, M. (2025)</a:t>
            </a:r>
            <a:br>
              <a:rPr kumimoji="0" lang="en-US" altLang="en-US" sz="1600" b="0" i="0" u="none" strike="noStrike" cap="none" normalizeH="0" baseline="0" dirty="0">
                <a:ln>
                  <a:noFill/>
                </a:ln>
                <a:solidFill>
                  <a:schemeClr val="tx1"/>
                </a:solidFill>
                <a:effectLst/>
                <a:latin typeface="Arial" panose="020B0604020202020204" pitchFamily="34" charset="0"/>
              </a:rPr>
            </a:br>
            <a:r>
              <a:rPr kumimoji="0" lang="en-US" altLang="en-US" sz="1600" b="0" i="1" u="none" strike="noStrike" cap="none" normalizeH="0" baseline="0" dirty="0">
                <a:ln>
                  <a:noFill/>
                </a:ln>
                <a:solidFill>
                  <a:schemeClr val="tx1"/>
                </a:solidFill>
                <a:effectLst/>
                <a:latin typeface="Arial" panose="020B0604020202020204" pitchFamily="34" charset="0"/>
              </a:rPr>
              <a:t>Adaptive Traffic Signal Control based on Multi-Agent Reinforcement Learning: Case Study on a Simulated Real-World Corridor</a:t>
            </a:r>
            <a:br>
              <a:rPr kumimoji="0" lang="en-US" altLang="en-US" sz="1600" b="0" i="0" u="none" strike="noStrike" cap="none" normalizeH="0" baseline="0" dirty="0">
                <a:ln>
                  <a:noFill/>
                </a:ln>
                <a:solidFill>
                  <a:schemeClr val="tx1"/>
                </a:solidFill>
                <a:effectLst/>
                <a:latin typeface="Arial" panose="020B0604020202020204" pitchFamily="34" charset="0"/>
              </a:rPr>
            </a:br>
            <a:r>
              <a:rPr kumimoji="0" lang="en-US" altLang="en-US" sz="1600" b="1" i="0" u="none" strike="noStrike" cap="none" normalizeH="0" baseline="0" dirty="0" err="1">
                <a:ln>
                  <a:noFill/>
                </a:ln>
                <a:solidFill>
                  <a:schemeClr val="tx1"/>
                </a:solidFill>
                <a:effectLst/>
                <a:latin typeface="Arial" panose="020B0604020202020204" pitchFamily="34" charset="0"/>
              </a:rPr>
              <a:t>arXiv</a:t>
            </a:r>
            <a:r>
              <a:rPr kumimoji="0" lang="en-US" altLang="en-US" sz="1600" b="1" i="0" u="none" strike="noStrike" cap="none" normalizeH="0" baseline="0" dirty="0">
                <a:ln>
                  <a:noFill/>
                </a:ln>
                <a:solidFill>
                  <a:schemeClr val="tx1"/>
                </a:solidFill>
                <a:effectLst/>
                <a:latin typeface="Arial" panose="020B0604020202020204" pitchFamily="34" charset="0"/>
              </a:rPr>
              <a:t> preprint</a:t>
            </a:r>
            <a:br>
              <a:rPr kumimoji="0" lang="en-US" altLang="en-US" sz="1600" b="0" i="0" u="none" strike="noStrike" cap="none" normalizeH="0" baseline="0" dirty="0">
                <a:ln>
                  <a:noFill/>
                </a:ln>
                <a:solidFill>
                  <a:schemeClr val="tx1"/>
                </a:solidFill>
                <a:effectLst/>
                <a:latin typeface="Arial" panose="020B0604020202020204" pitchFamily="34" charset="0"/>
              </a:rPr>
            </a:br>
            <a:r>
              <a:rPr kumimoji="0" lang="en-US" altLang="en-US" sz="1600" b="0" i="0" u="none" strike="noStrike" cap="none" normalizeH="0" baseline="0" dirty="0">
                <a:ln>
                  <a:noFill/>
                </a:ln>
                <a:solidFill>
                  <a:schemeClr val="tx1"/>
                </a:solidFill>
                <a:effectLst/>
                <a:latin typeface="Arial" panose="020B0604020202020204" pitchFamily="34" charset="0"/>
                <a:hlinkClick r:id="rId4"/>
              </a:rPr>
              <a:t>https://arxiv.org/abs/2503.02189</a:t>
            </a:r>
            <a:endParaRPr kumimoji="0" lang="en-US" altLang="en-US" sz="1600" b="0" i="0" u="none" strike="noStrike" cap="none" normalizeH="0" baseline="0" dirty="0">
              <a:ln>
                <a:noFill/>
              </a:ln>
              <a:solidFill>
                <a:schemeClr val="tx1"/>
              </a:solidFill>
              <a:effectLst/>
              <a:latin typeface="Arial" panose="020B0604020202020204" pitchFamily="34" charset="0"/>
            </a:endParaRPr>
          </a:p>
          <a:p>
            <a:pPr marR="0" lvl="0" algn="l" defTabSz="914400" rtl="0" eaLnBrk="0" fontAlgn="base" latinLnBrk="0" hangingPunct="0">
              <a:lnSpc>
                <a:spcPct val="100000"/>
              </a:lnSpc>
              <a:spcBef>
                <a:spcPct val="0"/>
              </a:spcBef>
              <a:spcAft>
                <a:spcPct val="0"/>
              </a:spcAft>
              <a:buClrTx/>
              <a:buSzTx/>
              <a:tabLst/>
            </a:pPr>
            <a:r>
              <a:rPr kumimoji="0" lang="en-US" altLang="en-US" sz="1600" b="1" i="0" u="none" strike="noStrike" cap="none" normalizeH="0" baseline="0" dirty="0">
                <a:ln>
                  <a:noFill/>
                </a:ln>
                <a:solidFill>
                  <a:schemeClr val="tx1"/>
                </a:solidFill>
                <a:effectLst/>
                <a:latin typeface="Arial" panose="020B0604020202020204" pitchFamily="34" charset="0"/>
              </a:rPr>
              <a:t>Luo, Z., Xu, J., Chen, F. (2024)</a:t>
            </a:r>
            <a:br>
              <a:rPr kumimoji="0" lang="en-US" altLang="en-US" sz="1600" b="0" i="0" u="none" strike="noStrike" cap="none" normalizeH="0" baseline="0" dirty="0">
                <a:ln>
                  <a:noFill/>
                </a:ln>
                <a:solidFill>
                  <a:schemeClr val="tx1"/>
                </a:solidFill>
                <a:effectLst/>
                <a:latin typeface="Arial" panose="020B0604020202020204" pitchFamily="34" charset="0"/>
              </a:rPr>
            </a:br>
            <a:r>
              <a:rPr kumimoji="0" lang="en-US" altLang="en-US" sz="1600" b="0" i="1" u="none" strike="noStrike" cap="none" normalizeH="0" baseline="0" dirty="0">
                <a:ln>
                  <a:noFill/>
                </a:ln>
                <a:solidFill>
                  <a:schemeClr val="tx1"/>
                </a:solidFill>
                <a:effectLst/>
                <a:latin typeface="Arial" panose="020B0604020202020204" pitchFamily="34" charset="0"/>
              </a:rPr>
              <a:t>Multi-agent Reinforcement Traffic Signal Control via Interpretable Influence Mechanism &amp; Biased </a:t>
            </a:r>
            <a:r>
              <a:rPr kumimoji="0" lang="en-US" altLang="en-US" sz="1600" b="0" i="1" u="none" strike="noStrike" cap="none" normalizeH="0" baseline="0" dirty="0" err="1">
                <a:ln>
                  <a:noFill/>
                </a:ln>
                <a:solidFill>
                  <a:schemeClr val="tx1"/>
                </a:solidFill>
                <a:effectLst/>
                <a:latin typeface="Arial" panose="020B0604020202020204" pitchFamily="34" charset="0"/>
              </a:rPr>
              <a:t>ReLU</a:t>
            </a:r>
            <a:r>
              <a:rPr kumimoji="0" lang="en-US" altLang="en-US" sz="1600" b="0" i="1" u="none" strike="noStrike" cap="none" normalizeH="0" baseline="0" dirty="0">
                <a:ln>
                  <a:noFill/>
                </a:ln>
                <a:solidFill>
                  <a:schemeClr val="tx1"/>
                </a:solidFill>
                <a:effectLst/>
                <a:latin typeface="Arial" panose="020B0604020202020204" pitchFamily="34" charset="0"/>
              </a:rPr>
              <a:t> Approximation</a:t>
            </a:r>
            <a:br>
              <a:rPr kumimoji="0" lang="en-US" altLang="en-US" sz="1600" b="0" i="0" u="none" strike="noStrike" cap="none" normalizeH="0" baseline="0" dirty="0">
                <a:ln>
                  <a:noFill/>
                </a:ln>
                <a:solidFill>
                  <a:schemeClr val="tx1"/>
                </a:solidFill>
                <a:effectLst/>
                <a:latin typeface="Arial" panose="020B0604020202020204" pitchFamily="34" charset="0"/>
              </a:rPr>
            </a:br>
            <a:r>
              <a:rPr kumimoji="0" lang="en-US" altLang="en-US" sz="1600" b="1" i="0" u="none" strike="noStrike" cap="none" normalizeH="0" baseline="0" dirty="0" err="1">
                <a:ln>
                  <a:noFill/>
                </a:ln>
                <a:solidFill>
                  <a:schemeClr val="tx1"/>
                </a:solidFill>
                <a:effectLst/>
                <a:latin typeface="Arial" panose="020B0604020202020204" pitchFamily="34" charset="0"/>
              </a:rPr>
              <a:t>arXiv</a:t>
            </a:r>
            <a:br>
              <a:rPr kumimoji="0" lang="en-US" altLang="en-US" sz="1600" b="0" i="0" u="none" strike="noStrike" cap="none" normalizeH="0" baseline="0" dirty="0">
                <a:ln>
                  <a:noFill/>
                </a:ln>
                <a:solidFill>
                  <a:schemeClr val="tx1"/>
                </a:solidFill>
                <a:effectLst/>
                <a:latin typeface="Arial" panose="020B0604020202020204" pitchFamily="34" charset="0"/>
              </a:rPr>
            </a:br>
            <a:r>
              <a:rPr kumimoji="0" lang="en-US" altLang="en-US" sz="1600" b="0" i="0" u="none" strike="noStrike" cap="none" normalizeH="0" baseline="0" dirty="0">
                <a:ln>
                  <a:noFill/>
                </a:ln>
                <a:solidFill>
                  <a:schemeClr val="tx1"/>
                </a:solidFill>
                <a:effectLst/>
                <a:latin typeface="Arial" panose="020B0604020202020204" pitchFamily="34" charset="0"/>
                <a:hlinkClick r:id="rId5"/>
              </a:rPr>
              <a:t>https://arxiv.org/abs/2403.13639</a:t>
            </a:r>
            <a:endParaRPr kumimoji="0" lang="en-US" altLang="en-US" sz="1600" b="0" i="0" u="none" strike="noStrike" cap="none" normalizeH="0" baseline="0" dirty="0">
              <a:ln>
                <a:noFill/>
              </a:ln>
              <a:solidFill>
                <a:schemeClr val="tx1"/>
              </a:solidFill>
              <a:effectLst/>
              <a:latin typeface="Arial" panose="020B0604020202020204" pitchFamily="34" charset="0"/>
            </a:endParaRPr>
          </a:p>
          <a:p>
            <a:pPr marR="0" lvl="0" algn="l" defTabSz="914400" rtl="0" eaLnBrk="0" fontAlgn="base" latinLnBrk="0" hangingPunct="0">
              <a:lnSpc>
                <a:spcPct val="100000"/>
              </a:lnSpc>
              <a:spcBef>
                <a:spcPct val="0"/>
              </a:spcBef>
              <a:spcAft>
                <a:spcPct val="0"/>
              </a:spcAft>
              <a:buClrTx/>
              <a:buSzTx/>
              <a:tabLst/>
            </a:pPr>
            <a:r>
              <a:rPr kumimoji="0" lang="en-US" altLang="en-US" sz="1600" b="1" i="0" u="none" strike="noStrike" cap="none" normalizeH="0" baseline="0" dirty="0">
                <a:ln>
                  <a:noFill/>
                </a:ln>
                <a:solidFill>
                  <a:schemeClr val="tx1"/>
                </a:solidFill>
                <a:effectLst/>
                <a:latin typeface="Arial" panose="020B0604020202020204" pitchFamily="34" charset="0"/>
              </a:rPr>
              <a:t>Balashov, A., </a:t>
            </a:r>
            <a:r>
              <a:rPr kumimoji="0" lang="en-US" altLang="en-US" sz="1600" b="1" i="0" u="none" strike="noStrike" cap="none" normalizeH="0" baseline="0" dirty="0" err="1">
                <a:ln>
                  <a:noFill/>
                </a:ln>
                <a:solidFill>
                  <a:schemeClr val="tx1"/>
                </a:solidFill>
                <a:effectLst/>
                <a:latin typeface="Arial" panose="020B0604020202020204" pitchFamily="34" charset="0"/>
              </a:rPr>
              <a:t>Ponomarova</a:t>
            </a:r>
            <a:r>
              <a:rPr kumimoji="0" lang="en-US" altLang="en-US" sz="1600" b="1" i="0" u="none" strike="noStrike" cap="none" normalizeH="0" baseline="0" dirty="0">
                <a:ln>
                  <a:noFill/>
                </a:ln>
                <a:solidFill>
                  <a:schemeClr val="tx1"/>
                </a:solidFill>
                <a:effectLst/>
                <a:latin typeface="Arial" panose="020B0604020202020204" pitchFamily="34" charset="0"/>
              </a:rPr>
              <a:t>, O., et al. (2025)</a:t>
            </a:r>
            <a:br>
              <a:rPr kumimoji="0" lang="en-US" altLang="en-US" sz="1600" b="0" i="0" u="none" strike="noStrike" cap="none" normalizeH="0" baseline="0" dirty="0">
                <a:ln>
                  <a:noFill/>
                </a:ln>
                <a:solidFill>
                  <a:schemeClr val="tx1"/>
                </a:solidFill>
                <a:effectLst/>
                <a:latin typeface="Arial" panose="020B0604020202020204" pitchFamily="34" charset="0"/>
              </a:rPr>
            </a:br>
            <a:r>
              <a:rPr kumimoji="0" lang="en-US" altLang="en-US" sz="1600" b="0" i="1" u="none" strike="noStrike" cap="none" normalizeH="0" baseline="0" dirty="0">
                <a:ln>
                  <a:noFill/>
                </a:ln>
                <a:solidFill>
                  <a:schemeClr val="tx1"/>
                </a:solidFill>
                <a:effectLst/>
                <a:latin typeface="Arial" panose="020B0604020202020204" pitchFamily="34" charset="0"/>
              </a:rPr>
              <a:t>Adaptive Traffic Signal Optimization with Thermal Sensors &amp; Reinforcement Learning</a:t>
            </a:r>
            <a:br>
              <a:rPr kumimoji="0" lang="en-US" altLang="en-US" sz="1600" b="0" i="0" u="none" strike="noStrike" cap="none" normalizeH="0" baseline="0" dirty="0">
                <a:ln>
                  <a:noFill/>
                </a:ln>
                <a:solidFill>
                  <a:schemeClr val="tx1"/>
                </a:solidFill>
                <a:effectLst/>
                <a:latin typeface="Arial" panose="020B0604020202020204" pitchFamily="34" charset="0"/>
              </a:rPr>
            </a:br>
            <a:r>
              <a:rPr kumimoji="0" lang="en-US" altLang="en-US" sz="1600" b="1" i="0" u="none" strike="noStrike" cap="none" normalizeH="0" baseline="0" dirty="0">
                <a:ln>
                  <a:noFill/>
                </a:ln>
                <a:solidFill>
                  <a:schemeClr val="tx1"/>
                </a:solidFill>
                <a:effectLst/>
                <a:latin typeface="Arial" panose="020B0604020202020204" pitchFamily="34" charset="0"/>
              </a:rPr>
              <a:t>SSRN</a:t>
            </a:r>
            <a:br>
              <a:rPr kumimoji="0" lang="en-US" altLang="en-US" sz="1600" b="0" i="0" u="none" strike="noStrike" cap="none" normalizeH="0" baseline="0" dirty="0">
                <a:ln>
                  <a:noFill/>
                </a:ln>
                <a:solidFill>
                  <a:schemeClr val="tx1"/>
                </a:solidFill>
                <a:effectLst/>
                <a:latin typeface="Arial" panose="020B0604020202020204" pitchFamily="34" charset="0"/>
              </a:rPr>
            </a:br>
            <a:r>
              <a:rPr kumimoji="0" lang="en-US" altLang="en-US" sz="1600" b="0" i="0" u="none" strike="noStrike" cap="none" normalizeH="0" baseline="0" dirty="0">
                <a:ln>
                  <a:noFill/>
                </a:ln>
                <a:solidFill>
                  <a:schemeClr val="tx1"/>
                </a:solidFill>
                <a:effectLst/>
                <a:latin typeface="Arial" panose="020B0604020202020204" pitchFamily="34" charset="0"/>
                <a:hlinkClick r:id="rId6"/>
              </a:rPr>
              <a:t>https://ssrn.com/abstract=5414064</a:t>
            </a:r>
            <a:endParaRPr kumimoji="0" lang="en-US" altLang="en-US" sz="16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891311102"/>
      </p:ext>
    </p:extLst>
  </p:cSld>
  <p:clrMapOvr>
    <a:masterClrMapping/>
  </p:clrMapOvr>
  <p:transition spd="slow">
    <p:push dir="u"/>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BF65FA-2985-A4E3-02CD-E300512F68A8}"/>
            </a:ext>
          </a:extLst>
        </p:cNvPr>
        <p:cNvGrpSpPr/>
        <p:nvPr/>
      </p:nvGrpSpPr>
      <p:grpSpPr>
        <a:xfrm>
          <a:off x="0" y="0"/>
          <a:ext cx="0" cy="0"/>
          <a:chOff x="0" y="0"/>
          <a:chExt cx="0" cy="0"/>
        </a:xfrm>
      </p:grpSpPr>
      <p:sp>
        <p:nvSpPr>
          <p:cNvPr id="5" name="Rectangle">
            <a:extLst>
              <a:ext uri="{FF2B5EF4-FFF2-40B4-BE49-F238E27FC236}">
                <a16:creationId xmlns:a16="http://schemas.microsoft.com/office/drawing/2014/main" id="{858D91CB-4E9F-940B-7117-11FE52E9DE88}"/>
              </a:ext>
            </a:extLst>
          </p:cNvPr>
          <p:cNvSpPr/>
          <p:nvPr/>
        </p:nvSpPr>
        <p:spPr>
          <a:xfrm flipH="1">
            <a:off x="0" y="-26895"/>
            <a:ext cx="2469463" cy="6858000"/>
          </a:xfrm>
          <a:prstGeom prst="rect">
            <a:avLst/>
          </a:prstGeom>
          <a:solidFill>
            <a:srgbClr val="F28E01"/>
          </a:solidFill>
          <a:ln w="12700">
            <a:miter lim="400000"/>
          </a:ln>
        </p:spPr>
        <p:txBody>
          <a:bodyPr lIns="50800" tIns="50800" rIns="50800" bIns="50800" anchor="ctr"/>
          <a:lstStyle/>
          <a:p>
            <a:pPr defTabSz="1130300">
              <a:defRPr sz="3200">
                <a:solidFill>
                  <a:srgbClr val="FFFFFF"/>
                </a:solidFill>
                <a:latin typeface="Graphik"/>
                <a:ea typeface="Graphik"/>
                <a:cs typeface="Graphik"/>
                <a:sym typeface="Graphik"/>
              </a:defRPr>
            </a:pPr>
            <a:endParaRPr sz="3200" baseline="-25000"/>
          </a:p>
        </p:txBody>
      </p:sp>
      <p:sp>
        <p:nvSpPr>
          <p:cNvPr id="8" name="Rectangle">
            <a:extLst>
              <a:ext uri="{FF2B5EF4-FFF2-40B4-BE49-F238E27FC236}">
                <a16:creationId xmlns:a16="http://schemas.microsoft.com/office/drawing/2014/main" id="{8D7EFC0C-0A0F-46A8-3135-2BE1C0B6FB67}"/>
              </a:ext>
            </a:extLst>
          </p:cNvPr>
          <p:cNvSpPr/>
          <p:nvPr/>
        </p:nvSpPr>
        <p:spPr>
          <a:xfrm flipH="1">
            <a:off x="11496000" y="1"/>
            <a:ext cx="257907" cy="6858000"/>
          </a:xfrm>
          <a:prstGeom prst="rect">
            <a:avLst/>
          </a:prstGeom>
          <a:solidFill>
            <a:srgbClr val="F28E01"/>
          </a:solidFill>
          <a:ln w="12700">
            <a:miter lim="400000"/>
          </a:ln>
        </p:spPr>
        <p:txBody>
          <a:bodyPr lIns="50800" tIns="50800" rIns="50800" bIns="50800" anchor="ctr"/>
          <a:lstStyle/>
          <a:p>
            <a:pPr defTabSz="1130300">
              <a:defRPr sz="3300">
                <a:solidFill>
                  <a:srgbClr val="FFFFFF"/>
                </a:solidFill>
                <a:latin typeface="Graphik"/>
                <a:ea typeface="Graphik"/>
                <a:cs typeface="Graphik"/>
                <a:sym typeface="Graphik"/>
              </a:defRPr>
            </a:pPr>
            <a:endParaRPr sz="3300"/>
          </a:p>
        </p:txBody>
      </p:sp>
      <p:sp>
        <p:nvSpPr>
          <p:cNvPr id="15" name="Content Placeholder 2">
            <a:extLst>
              <a:ext uri="{FF2B5EF4-FFF2-40B4-BE49-F238E27FC236}">
                <a16:creationId xmlns:a16="http://schemas.microsoft.com/office/drawing/2014/main" id="{32F7A844-0E7E-A40A-213A-649B81A78F6E}"/>
              </a:ext>
            </a:extLst>
          </p:cNvPr>
          <p:cNvSpPr>
            <a:spLocks noGrp="1"/>
          </p:cNvSpPr>
          <p:nvPr>
            <p:ph idx="1"/>
          </p:nvPr>
        </p:nvSpPr>
        <p:spPr>
          <a:xfrm>
            <a:off x="2743199" y="381000"/>
            <a:ext cx="8443337" cy="6172199"/>
          </a:xfrm>
        </p:spPr>
        <p:txBody>
          <a:bodyPr>
            <a:normAutofit/>
          </a:bodyPr>
          <a:lstStyle/>
          <a:p>
            <a:pPr>
              <a:buNone/>
            </a:pPr>
            <a:endParaRPr lang="en-IN" dirty="0"/>
          </a:p>
          <a:p>
            <a:pPr marL="0" indent="0">
              <a:buNone/>
            </a:pPr>
            <a:endParaRPr lang="en-IN" dirty="0"/>
          </a:p>
          <a:p>
            <a:pPr marL="0" indent="0" algn="ctr">
              <a:buNone/>
            </a:pPr>
            <a:endParaRPr lang="en-US" dirty="0"/>
          </a:p>
          <a:p>
            <a:pPr marL="0" indent="0" algn="ctr">
              <a:buNone/>
            </a:pPr>
            <a:endParaRPr lang="en-US" dirty="0"/>
          </a:p>
          <a:p>
            <a:pPr marL="0" indent="0" algn="ctr">
              <a:buNone/>
            </a:pPr>
            <a:endParaRPr lang="en-US" dirty="0"/>
          </a:p>
        </p:txBody>
      </p:sp>
      <p:pic>
        <p:nvPicPr>
          <p:cNvPr id="6" name="Picture 5">
            <a:extLst>
              <a:ext uri="{FF2B5EF4-FFF2-40B4-BE49-F238E27FC236}">
                <a16:creationId xmlns:a16="http://schemas.microsoft.com/office/drawing/2014/main" id="{64852685-2F19-A893-6C85-24C83F890F31}"/>
              </a:ext>
            </a:extLst>
          </p:cNvPr>
          <p:cNvPicPr>
            <a:picLocks noChangeAspect="1"/>
          </p:cNvPicPr>
          <p:nvPr/>
        </p:nvPicPr>
        <p:blipFill>
          <a:blip r:embed="rId3">
            <a:alphaModFix/>
            <a:extLst>
              <a:ext uri="{837473B0-CC2E-450A-ABE3-18F120FF3D39}">
                <a1611:picAttrSrcUrl xmlns:a1611="http://schemas.microsoft.com/office/drawing/2016/11/main" r:id="rId4"/>
              </a:ext>
            </a:extLst>
          </a:blip>
          <a:stretch>
            <a:fillRect/>
          </a:stretch>
        </p:blipFill>
        <p:spPr>
          <a:xfrm>
            <a:off x="2821165" y="828674"/>
            <a:ext cx="7620000" cy="5724525"/>
          </a:xfrm>
          <a:prstGeom prst="rect">
            <a:avLst/>
          </a:prstGeom>
        </p:spPr>
      </p:pic>
      <p:pic>
        <p:nvPicPr>
          <p:cNvPr id="9" name="Google Shape;248;p30">
            <a:extLst>
              <a:ext uri="{FF2B5EF4-FFF2-40B4-BE49-F238E27FC236}">
                <a16:creationId xmlns:a16="http://schemas.microsoft.com/office/drawing/2014/main" id="{C3E7C65B-A22E-B485-970F-2C68EDEF6D11}"/>
              </a:ext>
            </a:extLst>
          </p:cNvPr>
          <p:cNvPicPr/>
          <p:nvPr/>
        </p:nvPicPr>
        <p:blipFill>
          <a:blip r:embed="rId5">
            <a:alphaModFix amt="35000"/>
          </a:blip>
          <a:srcRect l="111" t="24914" r="-111" b="12298"/>
          <a:stretch/>
        </p:blipFill>
        <p:spPr>
          <a:xfrm>
            <a:off x="2445463" y="-1"/>
            <a:ext cx="9072672" cy="6858000"/>
          </a:xfrm>
          <a:prstGeom prst="rect">
            <a:avLst/>
          </a:prstGeom>
          <a:noFill/>
          <a:ln w="0">
            <a:noFill/>
          </a:ln>
          <a:effectLst>
            <a:outerShdw blurRad="128520" dist="57017" dir="5161048" algn="bl" rotWithShape="0">
              <a:srgbClr val="000000">
                <a:alpha val="40000"/>
              </a:srgbClr>
            </a:outerShdw>
          </a:effectLst>
        </p:spPr>
      </p:pic>
    </p:spTree>
    <p:extLst>
      <p:ext uri="{BB962C8B-B14F-4D97-AF65-F5344CB8AC3E}">
        <p14:creationId xmlns:p14="http://schemas.microsoft.com/office/powerpoint/2010/main" val="4120743608"/>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theme/_rels/theme4.xml.rels><?xml version="1.0" encoding="UTF-8" standalone="yes"?>
<Relationships xmlns="http://schemas.openxmlformats.org/package/2006/relationships"><Relationship Id="rId1" Type="http://schemas.openxmlformats.org/officeDocument/2006/relationships/image" Target="../media/image3.jpeg"/></Relationships>
</file>

<file path=ppt/theme/theme1.xml><?xml version="1.0" encoding="utf-8"?>
<a:theme xmlns:a="http://schemas.openxmlformats.org/drawingml/2006/main" name="1_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Futura Cyrillic Book"/>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Futura Cyrillic Book"/>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2_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Futura Cyrillic Book"/>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Wood Type">
  <a:themeElements>
    <a:clrScheme name="Wood Type">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Wood Type">
      <a:majorFont>
        <a:latin typeface="Rockwell Condensed" panose="02060603050405020104"/>
        <a:ea typeface=""/>
        <a:cs typeface=""/>
        <a:font script="Grek" typeface="Cambria"/>
        <a:font script="Cyrl" typeface="Cambria"/>
        <a:font script="Jpan" typeface="HG明朝B"/>
        <a:font script="Hang" typeface="바탕"/>
        <a:font script="Hans" typeface="方正姚体"/>
        <a:font script="Hant" typeface="微軟正黑體"/>
        <a:font script="Arab" typeface="Times New Roman"/>
        <a:font script="Hebr" typeface="David"/>
        <a:font script="Thai" typeface="Jasmine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Rockwell" panose="02060603020205020403"/>
        <a:ea typeface=""/>
        <a:cs typeface=""/>
        <a:font script="Grek" typeface="Cambria"/>
        <a:font script="Cyrl" typeface="Cambria"/>
        <a:font script="Jpan" typeface="HG明朝B"/>
        <a:font script="Hang" typeface="바탕"/>
        <a:font script="Hans" typeface="方正姚体"/>
        <a:font script="Hant" typeface="標楷體"/>
        <a:font script="Arab" typeface="Times New Roman"/>
        <a:font script="Hebr" typeface="David"/>
        <a:font script="Thai" typeface="Jasmine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Wood Type">
      <a:fillStyleLst>
        <a:solidFill>
          <a:schemeClr val="phClr"/>
        </a:solidFill>
        <a:blipFill rotWithShape="1">
          <a:blip xmlns:r="http://schemas.openxmlformats.org/officeDocument/2006/relationships" r:embed="rId1">
            <a:duotone>
              <a:schemeClr val="phClr">
                <a:tint val="70000"/>
                <a:shade val="63000"/>
              </a:schemeClr>
              <a:schemeClr val="phClr">
                <a:tint val="10000"/>
                <a:satMod val="150000"/>
              </a:schemeClr>
            </a:duotone>
          </a:blip>
          <a:tile tx="0" ty="0" sx="60000" sy="59000" flip="none" algn="tl"/>
        </a:blipFill>
        <a:blipFill rotWithShape="1">
          <a:blip xmlns:r="http://schemas.openxmlformats.org/officeDocument/2006/relationships" r:embed="rId1">
            <a:duotone>
              <a:schemeClr val="phClr">
                <a:shade val="36000"/>
                <a:satMod val="120000"/>
              </a:schemeClr>
              <a:schemeClr val="phClr">
                <a:tint val="40000"/>
              </a:schemeClr>
            </a:duotone>
          </a:blip>
          <a:tile tx="0" ty="0" sx="60000" sy="59000" flip="none" algn="tl"/>
        </a:blip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softEdge rad="12700"/>
          </a:effectLst>
        </a:effectStyle>
        <a:effectStyle>
          <a:effectLst>
            <a:outerShdw blurRad="50800" dist="19050" dir="5400000" algn="tl" rotWithShape="0">
              <a:srgbClr val="000000">
                <a:alpha val="60000"/>
              </a:srgbClr>
            </a:outerShdw>
            <a:softEdge rad="12700"/>
          </a:effectLst>
        </a:effectStyle>
      </a:effectStyleLst>
      <a:bgFillStyleLst>
        <a:solidFill>
          <a:schemeClr val="phClr"/>
        </a:solidFill>
        <a:solidFill>
          <a:schemeClr val="phClr">
            <a:shade val="97000"/>
            <a:satMod val="150000"/>
          </a:schemeClr>
        </a:solidFill>
        <a:blipFill rotWithShape="1">
          <a:blip xmlns:r="http://schemas.openxmlformats.org/officeDocument/2006/relationships" r:embed="rId1">
            <a:duotone>
              <a:schemeClr val="phClr">
                <a:tint val="75000"/>
                <a:shade val="58000"/>
                <a:satMod val="120000"/>
              </a:schemeClr>
              <a:schemeClr val="phClr">
                <a:tint val="50000"/>
                <a:shade val="96000"/>
              </a:schemeClr>
            </a:duotone>
          </a:blip>
          <a:tile tx="0" ty="0" sx="100000" sy="100000" flip="none" algn="tl"/>
        </a:blipFill>
      </a:bgFillStyleLst>
    </a:fmtScheme>
  </a:themeElements>
  <a:objectDefaults/>
  <a:extraClrSchemeLst/>
  <a:extLst>
    <a:ext uri="{05A4C25C-085E-4340-85A3-A5531E510DB2}">
      <thm15:themeFamily xmlns:thm15="http://schemas.microsoft.com/office/thememl/2012/main" name="Wood Type" id="{7ACABC62-BF99-48CF-A9DC-4DB89C7B13DC}" vid="{142A1326-48AB-42A9-8428-CB14AA30176D}"/>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Futura Cyrillic Book"/>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Futura Cyrillic Book"/>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1963</TotalTime>
  <Words>2520</Words>
  <Application>Microsoft Office PowerPoint</Application>
  <PresentationFormat>Widescreen</PresentationFormat>
  <Paragraphs>553</Paragraphs>
  <Slides>46</Slides>
  <Notes>46</Notes>
  <HiddenSlides>0</HiddenSlides>
  <MMClips>0</MMClips>
  <ScaleCrop>false</ScaleCrop>
  <HeadingPairs>
    <vt:vector size="6" baseType="variant">
      <vt:variant>
        <vt:lpstr>Fonts Used</vt:lpstr>
      </vt:variant>
      <vt:variant>
        <vt:i4>8</vt:i4>
      </vt:variant>
      <vt:variant>
        <vt:lpstr>Theme</vt:lpstr>
      </vt:variant>
      <vt:variant>
        <vt:i4>4</vt:i4>
      </vt:variant>
      <vt:variant>
        <vt:lpstr>Slide Titles</vt:lpstr>
      </vt:variant>
      <vt:variant>
        <vt:i4>46</vt:i4>
      </vt:variant>
    </vt:vector>
  </HeadingPairs>
  <TitlesOfParts>
    <vt:vector size="58" baseType="lpstr">
      <vt:lpstr>Arial</vt:lpstr>
      <vt:lpstr>Calibri</vt:lpstr>
      <vt:lpstr>Calibri Light</vt:lpstr>
      <vt:lpstr>Courier New</vt:lpstr>
      <vt:lpstr>Futura Cyrillic Book</vt:lpstr>
      <vt:lpstr>Rockwell</vt:lpstr>
      <vt:lpstr>Rockwell Condensed</vt:lpstr>
      <vt:lpstr>Wingdings</vt:lpstr>
      <vt:lpstr>1_Custom Design</vt:lpstr>
      <vt:lpstr>Custom Design</vt:lpstr>
      <vt:lpstr>2_Custom Design</vt:lpstr>
      <vt:lpstr>Wood Type</vt:lpstr>
      <vt:lpstr>CONTENTS/AGENDA</vt:lpstr>
      <vt:lpstr>PowerPoint Presentation</vt:lpstr>
      <vt:lpstr>INTRODUCTION</vt:lpstr>
      <vt:lpstr>INTRODUCTION</vt:lpstr>
      <vt:lpstr>INTRODUCTION</vt:lpstr>
      <vt:lpstr>PowerPoint Presentation</vt:lpstr>
      <vt:lpstr>LITERATURE SURVEY</vt:lpstr>
      <vt:lpstr>LITERATURE SURVEY</vt:lpstr>
      <vt:lpstr>LITERATURE SURVEY</vt:lpstr>
      <vt:lpstr>LITERATURE SURVEY</vt:lpstr>
      <vt:lpstr>LITERATURE SURVEY</vt:lpstr>
      <vt:lpstr>PowerPoint Presentation</vt:lpstr>
      <vt:lpstr>PROBLEM STATEMENT </vt:lpstr>
      <vt:lpstr>PowerPoint Presentation</vt:lpstr>
      <vt:lpstr>PROPOSED METHODOLOGY</vt:lpstr>
      <vt:lpstr>BLOCK DIAGRAM OF PROPOSED METHODOLOGY</vt:lpstr>
      <vt:lpstr>PROPOSED METHODOLOGY</vt:lpstr>
      <vt:lpstr>PROJECT OBJECTIVES</vt:lpstr>
      <vt:lpstr>PowerPoint Presentation</vt:lpstr>
      <vt:lpstr>Requirement Specification</vt:lpstr>
      <vt:lpstr>Requirement Specification</vt:lpstr>
      <vt:lpstr>Requirement Specification</vt:lpstr>
      <vt:lpstr>Requirement Specification</vt:lpstr>
      <vt:lpstr>PowerPoint Presentation</vt:lpstr>
      <vt:lpstr>Details of Project Modules Identified</vt:lpstr>
      <vt:lpstr>PROJECT MODULE:</vt:lpstr>
      <vt:lpstr>PROJECT MODULE-1:</vt:lpstr>
      <vt:lpstr>UML DIAGRAMS OF PROJECT MODULE-1:</vt:lpstr>
      <vt:lpstr>UML DIAGRAMS OF PROJECT MODULE-1:</vt:lpstr>
      <vt:lpstr>PowerPoint Presentation</vt:lpstr>
      <vt:lpstr>Details of Project Modules Identified</vt:lpstr>
      <vt:lpstr>IMPLEMENTATION OF PROJECT MODULE</vt:lpstr>
      <vt:lpstr>PROJECT MODULE CODE</vt:lpstr>
      <vt:lpstr>PowerPoint Presentation</vt:lpstr>
      <vt:lpstr>PROJECT TESTING</vt:lpstr>
      <vt:lpstr>PROJECT TESTING</vt:lpstr>
      <vt:lpstr>PROJECT TESTING</vt:lpstr>
      <vt:lpstr>PROJECT TESTING SCREEN SHOTS</vt:lpstr>
      <vt:lpstr>PROJECT TESTING SCREEN SHOTS</vt:lpstr>
      <vt:lpstr>PowerPoint Presentation</vt:lpstr>
      <vt:lpstr>RESULTS &amp; DISCUSSIONS</vt:lpstr>
      <vt:lpstr>PowerPoint Presentation</vt:lpstr>
      <vt:lpstr>CONCLUSION &amp; FUTURE SCOPE</vt:lpstr>
      <vt:lpstr>PowerPoint Presentation</vt:lpstr>
      <vt:lpstr>REFERENCES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Principal aip</dc:creator>
  <cp:lastModifiedBy>Monish</cp:lastModifiedBy>
  <cp:revision>279</cp:revision>
  <dcterms:created xsi:type="dcterms:W3CDTF">2021-09-07T04:22:00Z</dcterms:created>
  <dcterms:modified xsi:type="dcterms:W3CDTF">2026-05-25T08:03:52Z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0398283ACE364599A240D38F3F474187_13</vt:lpwstr>
  </property>
  <property fmtid="{D5CDD505-2E9C-101B-9397-08002B2CF9AE}" pid="3" name="KSOProductBuildVer">
    <vt:lpwstr>1033-12.2.0.13489</vt:lpwstr>
  </property>
</Properties>
</file>